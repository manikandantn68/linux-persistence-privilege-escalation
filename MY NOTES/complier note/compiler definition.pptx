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Canva Sans" charset="1" panose="020B0503030501040103"/>
      <p:regular r:id="rId51"/>
    </p:embeddedFont>
    <p:embeddedFont>
      <p:font typeface="Anton" charset="1" panose="00000500000000000000"/>
      <p:regular r:id="rId52"/>
    </p:embeddedFont>
    <p:embeddedFont>
      <p:font typeface="Canva Sans Bold" charset="1" panose="020B0803030501040103"/>
      <p:regular r:id="rId53"/>
    </p:embeddedFont>
    <p:embeddedFont>
      <p:font typeface="Archivo Black" charset="1" panose="020B0A03020202020B04"/>
      <p:regular r:id="rId54"/>
    </p:embeddedFont>
    <p:embeddedFont>
      <p:font typeface="Horizon" charset="1" panose="02000500000000000000"/>
      <p:regular r:id="rId55"/>
    </p:embeddedFont>
    <p:embeddedFont>
      <p:font typeface="Gagalin" charset="1" panose="00000500000000000000"/>
      <p:regular r:id="rId56"/>
    </p:embeddedFont>
    <p:embeddedFont>
      <p:font typeface="Cinzel" charset="1" panose="00000500000000000000"/>
      <p:regular r:id="rId57"/>
    </p:embeddedFont>
    <p:embeddedFont>
      <p:font typeface="Radley" charset="1" panose="00000500000000000000"/>
      <p:regular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n.wikipedia.org/wiki/Thompson%27s_construction" TargetMode="External" Type="http://schemas.openxmlformats.org/officeDocument/2006/relationships/hyperlink"/><Relationship Id="rId3" Target="https://www.tutorialspoint.com/automata_theory/conversion_of_regular_expression_to_deterministic_finite_automata.htm" TargetMode="External" Type="http://schemas.openxmlformats.org/officeDocument/2006/relationships/hyperlink"/><Relationship Id="rId4" Target="https://favisualizer.vercel.app" TargetMode="External" Type="http://schemas.openxmlformats.org/officeDocument/2006/relationships/hyperlink"/><Relationship Id="rId5" Target="https://ivanzuzak.info/noam/webapps/fsm_simulator/" TargetMode="External" Type="http://schemas.openxmlformats.org/officeDocument/2006/relationships/hyperlink"/><Relationship Id="rId6" Target="https://cyberzhg.github.io/toolbox/nfa2dfa" TargetMode="External" Type="http://schemas.openxmlformats.org/officeDocument/2006/relationships/hyperlink"/><Relationship Id="rId7" Target="https://www.tpointtech.com/automata-conversion-of-re-to-fa" TargetMode="External" Type="http://schemas.openxmlformats.org/officeDocument/2006/relationships/hyperlink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nfa-to-dfa-converter.vercel.app" TargetMode="External" Type="http://schemas.openxmlformats.org/officeDocument/2006/relationships/hyperlink"/><Relationship Id="rId3" Target="https://joeylemon.github.io/nfa-to-dfa/" TargetMode="External" Type="http://schemas.openxmlformats.org/officeDocument/2006/relationships/hyperlink"/><Relationship Id="rId4" Target="https://www.automataaa.com" TargetMode="External" Type="http://schemas.openxmlformats.org/officeDocument/2006/relationships/hyperlink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regular-expression-to-dfa-parse-tree-method-online.vercel.app" TargetMode="External" Type="http://schemas.openxmlformats.org/officeDocument/2006/relationships/hyperlink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90113" y="596582"/>
            <a:ext cx="1638300" cy="7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terms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859754"/>
            <a:ext cx="8074526" cy="7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high-level language (HLL)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" y="2619216"/>
            <a:ext cx="8074526" cy="778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low-level language (LLL)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3615" y="514350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76045" y="6578334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368285" y="514350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93520" y="227066"/>
            <a:ext cx="88775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compiler definition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33615" y="2369235"/>
            <a:ext cx="12597408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b="true" sz="3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compiler is software that convert hll code to lll 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13140" y="6397677"/>
            <a:ext cx="9270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hll code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84191" y="6397677"/>
            <a:ext cx="84802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ll code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57331" y="1028700"/>
            <a:ext cx="13373338" cy="11150020"/>
          </a:xfrm>
          <a:custGeom>
            <a:avLst/>
            <a:gdLst/>
            <a:ahLst/>
            <a:cxnLst/>
            <a:rect r="r" b="b" t="t" l="l"/>
            <a:pathLst>
              <a:path h="11150020" w="13373338">
                <a:moveTo>
                  <a:pt x="0" y="0"/>
                </a:moveTo>
                <a:lnTo>
                  <a:pt x="13373338" y="0"/>
                </a:lnTo>
                <a:lnTo>
                  <a:pt x="13373338" y="11150020"/>
                </a:lnTo>
                <a:lnTo>
                  <a:pt x="0" y="1115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67969" y="368858"/>
            <a:ext cx="11453415" cy="9549285"/>
          </a:xfrm>
          <a:custGeom>
            <a:avLst/>
            <a:gdLst/>
            <a:ahLst/>
            <a:cxnLst/>
            <a:rect r="r" b="b" t="t" l="l"/>
            <a:pathLst>
              <a:path h="9549285" w="11453415">
                <a:moveTo>
                  <a:pt x="0" y="0"/>
                </a:moveTo>
                <a:lnTo>
                  <a:pt x="11453415" y="0"/>
                </a:lnTo>
                <a:lnTo>
                  <a:pt x="11453415" y="9549284"/>
                </a:lnTo>
                <a:lnTo>
                  <a:pt x="0" y="9549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3140" y="1956708"/>
            <a:ext cx="13458071" cy="6729035"/>
          </a:xfrm>
          <a:custGeom>
            <a:avLst/>
            <a:gdLst/>
            <a:ahLst/>
            <a:cxnLst/>
            <a:rect r="r" b="b" t="t" l="l"/>
            <a:pathLst>
              <a:path h="6729035" w="13458071">
                <a:moveTo>
                  <a:pt x="0" y="0"/>
                </a:moveTo>
                <a:lnTo>
                  <a:pt x="13458071" y="0"/>
                </a:lnTo>
                <a:lnTo>
                  <a:pt x="13458071" y="6729036"/>
                </a:lnTo>
                <a:lnTo>
                  <a:pt x="0" y="6729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97229" y="-185454"/>
            <a:ext cx="12874492" cy="10734108"/>
          </a:xfrm>
          <a:custGeom>
            <a:avLst/>
            <a:gdLst/>
            <a:ahLst/>
            <a:cxnLst/>
            <a:rect r="r" b="b" t="t" l="l"/>
            <a:pathLst>
              <a:path h="10734108" w="12874492">
                <a:moveTo>
                  <a:pt x="0" y="0"/>
                </a:moveTo>
                <a:lnTo>
                  <a:pt x="12874492" y="0"/>
                </a:lnTo>
                <a:lnTo>
                  <a:pt x="12874492" y="10734108"/>
                </a:lnTo>
                <a:lnTo>
                  <a:pt x="0" y="1073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3693" y="402733"/>
            <a:ext cx="16338337" cy="9190315"/>
          </a:xfrm>
          <a:custGeom>
            <a:avLst/>
            <a:gdLst/>
            <a:ahLst/>
            <a:cxnLst/>
            <a:rect r="r" b="b" t="t" l="l"/>
            <a:pathLst>
              <a:path h="9190315" w="16338337">
                <a:moveTo>
                  <a:pt x="0" y="0"/>
                </a:moveTo>
                <a:lnTo>
                  <a:pt x="16338337" y="0"/>
                </a:lnTo>
                <a:lnTo>
                  <a:pt x="16338337" y="9190315"/>
                </a:lnTo>
                <a:lnTo>
                  <a:pt x="0" y="9190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30650" y="1028700"/>
            <a:ext cx="6824908" cy="8563947"/>
          </a:xfrm>
          <a:custGeom>
            <a:avLst/>
            <a:gdLst/>
            <a:ahLst/>
            <a:cxnLst/>
            <a:rect r="r" b="b" t="t" l="l"/>
            <a:pathLst>
              <a:path h="8563947" w="6824908">
                <a:moveTo>
                  <a:pt x="0" y="0"/>
                </a:moveTo>
                <a:lnTo>
                  <a:pt x="6824908" y="0"/>
                </a:lnTo>
                <a:lnTo>
                  <a:pt x="6824908" y="8563947"/>
                </a:lnTo>
                <a:lnTo>
                  <a:pt x="0" y="8563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0868" y="1762233"/>
            <a:ext cx="11242774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Define the Alphabet (Lexical Elements)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Decide what characters are valid in y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language: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Letters: a-z, A-Z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Digits: 0-9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Symbols: + - * / = ( ) { } ; ,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These form the tokens your compiler will recognize.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50069" y="695642"/>
            <a:ext cx="5315149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</a:t>
            </a:r>
            <a:r>
              <a:rPr lang="en-US" sz="339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ompiler Construction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7068" y="6277610"/>
            <a:ext cx="10366474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Design Keywords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Reserve special w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ords that have fixed meaning: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Examples: if, else, while, return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These cannot be used as variable names.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37554" y="2100924"/>
            <a:ext cx="7876977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Specify Syntax &amp; Grammar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Define how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statements are written: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Assignment: x = 5;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Input: read(x);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Output: print(x);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0528" y="5376836"/>
            <a:ext cx="1223545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Lexical Analysis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Split input into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tokens (keywords, identifiers, operators).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Example: x = 5 + 3; → [ID: x] [=] [NUM: 5] [+] [NUM: 3] [;]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7279" y="5714909"/>
            <a:ext cx="12775804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 Intermediate Code Generation (IMC)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Translate valid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syntax into an intermediate representation.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Example: x = 5 + 3; → IMC like t1 = 5 + 3; x = t1;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98230" y="2247123"/>
            <a:ext cx="12935943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Syntax Analysis (Parsing)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Check if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tokens follow grammar rules.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If not, throw an error.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Example: read(x); must match the rule for input statements.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7039" y="2324039"/>
            <a:ext cx="1062295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7. Code Generation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Conver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IMC into machine code or bytecode.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Example: int x = 8; in C, or assembly instructions.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7039" y="5297046"/>
            <a:ext cx="900960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8. Optimization (Optional)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Improve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efficiency of generated code.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Example: Replace redundant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04145"/>
            <a:ext cx="997743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9. Testing &amp; Error Handling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Ensure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compiler catches invalid syntax.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• Example: x = + ; → Error: unexpected operator.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80742" y="723900"/>
            <a:ext cx="12806065" cy="185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78"/>
              </a:lnSpc>
              <a:spcBef>
                <a:spcPct val="0"/>
              </a:spcBef>
            </a:pPr>
            <a:r>
              <a:rPr lang="en-US" sz="10199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0931" y="3435985"/>
            <a:ext cx="14225687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learning exists language → simple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0931" y="5487035"/>
            <a:ext cx="1305421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creating new compiler →  hard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7873" y="8683943"/>
            <a:ext cx="1853565" cy="724852"/>
            <a:chOff x="0" y="0"/>
            <a:chExt cx="2471420" cy="966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800" y="49661"/>
              <a:ext cx="2369820" cy="869773"/>
            </a:xfrm>
            <a:custGeom>
              <a:avLst/>
              <a:gdLst/>
              <a:ahLst/>
              <a:cxnLst/>
              <a:rect r="r" b="b" t="t" l="l"/>
              <a:pathLst>
                <a:path h="869773" w="2369820">
                  <a:moveTo>
                    <a:pt x="0" y="624709"/>
                  </a:moveTo>
                  <a:cubicBezTo>
                    <a:pt x="55880" y="429129"/>
                    <a:pt x="77470" y="401189"/>
                    <a:pt x="104140" y="371979"/>
                  </a:cubicBezTo>
                  <a:cubicBezTo>
                    <a:pt x="133350" y="341499"/>
                    <a:pt x="194310" y="297049"/>
                    <a:pt x="207010" y="289429"/>
                  </a:cubicBezTo>
                  <a:cubicBezTo>
                    <a:pt x="209550" y="286889"/>
                    <a:pt x="209550" y="288159"/>
                    <a:pt x="210820" y="285619"/>
                  </a:cubicBezTo>
                  <a:cubicBezTo>
                    <a:pt x="217170" y="277999"/>
                    <a:pt x="212090" y="229739"/>
                    <a:pt x="223520" y="204339"/>
                  </a:cubicBezTo>
                  <a:cubicBezTo>
                    <a:pt x="237490" y="173859"/>
                    <a:pt x="264160" y="126869"/>
                    <a:pt x="292100" y="119249"/>
                  </a:cubicBezTo>
                  <a:cubicBezTo>
                    <a:pt x="323850" y="112899"/>
                    <a:pt x="378460" y="171319"/>
                    <a:pt x="407670" y="172589"/>
                  </a:cubicBezTo>
                  <a:cubicBezTo>
                    <a:pt x="425450" y="173859"/>
                    <a:pt x="443230" y="167509"/>
                    <a:pt x="449580" y="158619"/>
                  </a:cubicBezTo>
                  <a:cubicBezTo>
                    <a:pt x="454660" y="150999"/>
                    <a:pt x="443230" y="137029"/>
                    <a:pt x="448310" y="125599"/>
                  </a:cubicBezTo>
                  <a:cubicBezTo>
                    <a:pt x="459740" y="104009"/>
                    <a:pt x="516890" y="72259"/>
                    <a:pt x="552450" y="53209"/>
                  </a:cubicBezTo>
                  <a:cubicBezTo>
                    <a:pt x="585470" y="35429"/>
                    <a:pt x="621030" y="20189"/>
                    <a:pt x="652780" y="11299"/>
                  </a:cubicBezTo>
                  <a:cubicBezTo>
                    <a:pt x="681990" y="3679"/>
                    <a:pt x="707390" y="-2671"/>
                    <a:pt x="737870" y="1139"/>
                  </a:cubicBezTo>
                  <a:cubicBezTo>
                    <a:pt x="773430" y="6219"/>
                    <a:pt x="826770" y="23999"/>
                    <a:pt x="853440" y="48129"/>
                  </a:cubicBezTo>
                  <a:cubicBezTo>
                    <a:pt x="877570" y="69719"/>
                    <a:pt x="882650" y="102739"/>
                    <a:pt x="900430" y="129409"/>
                  </a:cubicBezTo>
                  <a:cubicBezTo>
                    <a:pt x="919480" y="157349"/>
                    <a:pt x="949960" y="190369"/>
                    <a:pt x="963930" y="214499"/>
                  </a:cubicBezTo>
                  <a:cubicBezTo>
                    <a:pt x="972820" y="231009"/>
                    <a:pt x="967740" y="248789"/>
                    <a:pt x="980440" y="255139"/>
                  </a:cubicBezTo>
                  <a:cubicBezTo>
                    <a:pt x="1002030" y="267839"/>
                    <a:pt x="1056640" y="237359"/>
                    <a:pt x="1106170" y="232279"/>
                  </a:cubicBezTo>
                  <a:cubicBezTo>
                    <a:pt x="1174750" y="224659"/>
                    <a:pt x="1291590" y="229739"/>
                    <a:pt x="1353820" y="227199"/>
                  </a:cubicBezTo>
                  <a:cubicBezTo>
                    <a:pt x="1391920" y="225929"/>
                    <a:pt x="1412240" y="225929"/>
                    <a:pt x="1445260" y="222119"/>
                  </a:cubicBezTo>
                  <a:cubicBezTo>
                    <a:pt x="1484630" y="217039"/>
                    <a:pt x="1535430" y="206879"/>
                    <a:pt x="1578610" y="199259"/>
                  </a:cubicBezTo>
                  <a:cubicBezTo>
                    <a:pt x="1619250" y="191639"/>
                    <a:pt x="1654810" y="184019"/>
                    <a:pt x="1697990" y="177669"/>
                  </a:cubicBezTo>
                  <a:cubicBezTo>
                    <a:pt x="1751330" y="168779"/>
                    <a:pt x="1824990" y="149729"/>
                    <a:pt x="1875790" y="152269"/>
                  </a:cubicBezTo>
                  <a:cubicBezTo>
                    <a:pt x="1913890" y="153539"/>
                    <a:pt x="1977390" y="175129"/>
                    <a:pt x="1978660" y="175129"/>
                  </a:cubicBezTo>
                  <a:cubicBezTo>
                    <a:pt x="1978660" y="175129"/>
                    <a:pt x="1983740" y="173859"/>
                    <a:pt x="1986280" y="172589"/>
                  </a:cubicBezTo>
                  <a:cubicBezTo>
                    <a:pt x="1988820" y="172589"/>
                    <a:pt x="1995170" y="171319"/>
                    <a:pt x="1995170" y="171319"/>
                  </a:cubicBezTo>
                  <a:cubicBezTo>
                    <a:pt x="1995170" y="171319"/>
                    <a:pt x="2000250" y="171319"/>
                    <a:pt x="2004060" y="171319"/>
                  </a:cubicBezTo>
                  <a:cubicBezTo>
                    <a:pt x="2006600" y="171319"/>
                    <a:pt x="2011680" y="171319"/>
                    <a:pt x="2011680" y="171319"/>
                  </a:cubicBezTo>
                  <a:cubicBezTo>
                    <a:pt x="2012950" y="171319"/>
                    <a:pt x="2018030" y="172589"/>
                    <a:pt x="2020570" y="172589"/>
                  </a:cubicBezTo>
                  <a:cubicBezTo>
                    <a:pt x="2023110" y="173859"/>
                    <a:pt x="2029460" y="175129"/>
                    <a:pt x="2029460" y="175129"/>
                  </a:cubicBezTo>
                  <a:cubicBezTo>
                    <a:pt x="2029460" y="175129"/>
                    <a:pt x="2034540" y="177669"/>
                    <a:pt x="2037080" y="178939"/>
                  </a:cubicBezTo>
                  <a:cubicBezTo>
                    <a:pt x="2039620" y="180209"/>
                    <a:pt x="2044700" y="182749"/>
                    <a:pt x="2044700" y="182749"/>
                  </a:cubicBezTo>
                  <a:cubicBezTo>
                    <a:pt x="2044700" y="182749"/>
                    <a:pt x="2048510" y="186559"/>
                    <a:pt x="2051050" y="187829"/>
                  </a:cubicBezTo>
                  <a:cubicBezTo>
                    <a:pt x="2053590" y="190369"/>
                    <a:pt x="2057400" y="194179"/>
                    <a:pt x="2057400" y="194179"/>
                  </a:cubicBezTo>
                  <a:cubicBezTo>
                    <a:pt x="2057400" y="194179"/>
                    <a:pt x="2061210" y="199259"/>
                    <a:pt x="2062480" y="200529"/>
                  </a:cubicBezTo>
                  <a:cubicBezTo>
                    <a:pt x="2063750" y="203069"/>
                    <a:pt x="2067560" y="208149"/>
                    <a:pt x="2067560" y="208149"/>
                  </a:cubicBezTo>
                  <a:cubicBezTo>
                    <a:pt x="2067560" y="208149"/>
                    <a:pt x="2068830" y="213229"/>
                    <a:pt x="2070100" y="215769"/>
                  </a:cubicBezTo>
                  <a:cubicBezTo>
                    <a:pt x="2071370" y="218309"/>
                    <a:pt x="2073910" y="224659"/>
                    <a:pt x="2073910" y="224659"/>
                  </a:cubicBezTo>
                  <a:cubicBezTo>
                    <a:pt x="2073910" y="224659"/>
                    <a:pt x="2073910" y="229739"/>
                    <a:pt x="2075180" y="232279"/>
                  </a:cubicBezTo>
                  <a:cubicBezTo>
                    <a:pt x="2075180" y="236089"/>
                    <a:pt x="2076450" y="241169"/>
                    <a:pt x="2076450" y="241169"/>
                  </a:cubicBezTo>
                  <a:cubicBezTo>
                    <a:pt x="2076450" y="241169"/>
                    <a:pt x="2075180" y="247519"/>
                    <a:pt x="2075180" y="250059"/>
                  </a:cubicBezTo>
                  <a:cubicBezTo>
                    <a:pt x="2075180" y="252599"/>
                    <a:pt x="2073910" y="257679"/>
                    <a:pt x="2073910" y="258949"/>
                  </a:cubicBezTo>
                  <a:cubicBezTo>
                    <a:pt x="2073910" y="258949"/>
                    <a:pt x="2071370" y="264029"/>
                    <a:pt x="2071370" y="266569"/>
                  </a:cubicBezTo>
                  <a:cubicBezTo>
                    <a:pt x="2070100" y="269109"/>
                    <a:pt x="2067560" y="274189"/>
                    <a:pt x="2067560" y="274189"/>
                  </a:cubicBezTo>
                  <a:cubicBezTo>
                    <a:pt x="2067560" y="274189"/>
                    <a:pt x="2065020" y="279269"/>
                    <a:pt x="2063750" y="281809"/>
                  </a:cubicBezTo>
                  <a:cubicBezTo>
                    <a:pt x="2061210" y="284349"/>
                    <a:pt x="2058670" y="289429"/>
                    <a:pt x="2058670" y="289429"/>
                  </a:cubicBezTo>
                  <a:cubicBezTo>
                    <a:pt x="2058670" y="289429"/>
                    <a:pt x="2053590" y="293239"/>
                    <a:pt x="2052320" y="294509"/>
                  </a:cubicBezTo>
                  <a:cubicBezTo>
                    <a:pt x="2049780" y="297049"/>
                    <a:pt x="2045970" y="300859"/>
                    <a:pt x="2045970" y="300859"/>
                  </a:cubicBezTo>
                  <a:cubicBezTo>
                    <a:pt x="2045970" y="300859"/>
                    <a:pt x="2040890" y="303399"/>
                    <a:pt x="2038350" y="304669"/>
                  </a:cubicBezTo>
                  <a:cubicBezTo>
                    <a:pt x="2035810" y="305939"/>
                    <a:pt x="2034540" y="307209"/>
                    <a:pt x="2030730" y="308479"/>
                  </a:cubicBezTo>
                  <a:cubicBezTo>
                    <a:pt x="2020570" y="313559"/>
                    <a:pt x="1991360" y="328799"/>
                    <a:pt x="1972310" y="337689"/>
                  </a:cubicBezTo>
                  <a:cubicBezTo>
                    <a:pt x="1954530" y="345309"/>
                    <a:pt x="1925320" y="349119"/>
                    <a:pt x="1920240" y="355469"/>
                  </a:cubicBezTo>
                  <a:cubicBezTo>
                    <a:pt x="1918970" y="358009"/>
                    <a:pt x="1918970" y="360549"/>
                    <a:pt x="1920240" y="363089"/>
                  </a:cubicBezTo>
                  <a:cubicBezTo>
                    <a:pt x="1925320" y="366899"/>
                    <a:pt x="1973580" y="363089"/>
                    <a:pt x="1973580" y="363089"/>
                  </a:cubicBezTo>
                  <a:cubicBezTo>
                    <a:pt x="1973580" y="363089"/>
                    <a:pt x="1978660" y="363089"/>
                    <a:pt x="1981200" y="363089"/>
                  </a:cubicBezTo>
                  <a:cubicBezTo>
                    <a:pt x="1983740" y="363089"/>
                    <a:pt x="1987550" y="363089"/>
                    <a:pt x="1987550" y="363089"/>
                  </a:cubicBezTo>
                  <a:cubicBezTo>
                    <a:pt x="1988820" y="363089"/>
                    <a:pt x="1992630" y="364359"/>
                    <a:pt x="1995170" y="365629"/>
                  </a:cubicBezTo>
                  <a:cubicBezTo>
                    <a:pt x="1997710" y="365629"/>
                    <a:pt x="2002790" y="366899"/>
                    <a:pt x="2002790" y="366899"/>
                  </a:cubicBezTo>
                  <a:cubicBezTo>
                    <a:pt x="2002790" y="366899"/>
                    <a:pt x="2006600" y="369439"/>
                    <a:pt x="2009140" y="370709"/>
                  </a:cubicBezTo>
                  <a:cubicBezTo>
                    <a:pt x="2011680" y="371979"/>
                    <a:pt x="2015490" y="374519"/>
                    <a:pt x="2015490" y="374519"/>
                  </a:cubicBezTo>
                  <a:cubicBezTo>
                    <a:pt x="2015490" y="374519"/>
                    <a:pt x="2019300" y="378329"/>
                    <a:pt x="2020570" y="379599"/>
                  </a:cubicBezTo>
                  <a:cubicBezTo>
                    <a:pt x="2023110" y="380869"/>
                    <a:pt x="2026920" y="384679"/>
                    <a:pt x="2026920" y="384679"/>
                  </a:cubicBezTo>
                  <a:cubicBezTo>
                    <a:pt x="2026920" y="384679"/>
                    <a:pt x="2029460" y="388489"/>
                    <a:pt x="2030730" y="391029"/>
                  </a:cubicBezTo>
                  <a:cubicBezTo>
                    <a:pt x="2032000" y="392299"/>
                    <a:pt x="2034540" y="397379"/>
                    <a:pt x="2034540" y="397379"/>
                  </a:cubicBezTo>
                  <a:cubicBezTo>
                    <a:pt x="2034540" y="397379"/>
                    <a:pt x="2037080" y="401189"/>
                    <a:pt x="2037080" y="403729"/>
                  </a:cubicBezTo>
                  <a:cubicBezTo>
                    <a:pt x="2038350" y="406269"/>
                    <a:pt x="2039620" y="411349"/>
                    <a:pt x="2039620" y="411349"/>
                  </a:cubicBezTo>
                  <a:cubicBezTo>
                    <a:pt x="2039620" y="411349"/>
                    <a:pt x="2040890" y="416429"/>
                    <a:pt x="2040890" y="418969"/>
                  </a:cubicBezTo>
                  <a:cubicBezTo>
                    <a:pt x="2040890" y="421509"/>
                    <a:pt x="2040890" y="425319"/>
                    <a:pt x="2040890" y="425319"/>
                  </a:cubicBezTo>
                  <a:cubicBezTo>
                    <a:pt x="2040890" y="425319"/>
                    <a:pt x="2040890" y="430399"/>
                    <a:pt x="2039620" y="432939"/>
                  </a:cubicBezTo>
                  <a:cubicBezTo>
                    <a:pt x="2039620" y="435479"/>
                    <a:pt x="2039620" y="440559"/>
                    <a:pt x="2039620" y="440559"/>
                  </a:cubicBezTo>
                  <a:cubicBezTo>
                    <a:pt x="2039620" y="440559"/>
                    <a:pt x="2037080" y="445639"/>
                    <a:pt x="2035810" y="448179"/>
                  </a:cubicBezTo>
                  <a:cubicBezTo>
                    <a:pt x="2035810" y="449449"/>
                    <a:pt x="2033270" y="454529"/>
                    <a:pt x="2033270" y="454529"/>
                  </a:cubicBezTo>
                  <a:cubicBezTo>
                    <a:pt x="2033270" y="454529"/>
                    <a:pt x="2030730" y="458339"/>
                    <a:pt x="2029460" y="460879"/>
                  </a:cubicBezTo>
                  <a:cubicBezTo>
                    <a:pt x="2028190" y="462149"/>
                    <a:pt x="2024380" y="465959"/>
                    <a:pt x="2024380" y="465959"/>
                  </a:cubicBezTo>
                  <a:cubicBezTo>
                    <a:pt x="2024380" y="467229"/>
                    <a:pt x="2020570" y="469769"/>
                    <a:pt x="2019300" y="471039"/>
                  </a:cubicBezTo>
                  <a:cubicBezTo>
                    <a:pt x="2016760" y="473579"/>
                    <a:pt x="2012950" y="476119"/>
                    <a:pt x="2012950" y="476119"/>
                  </a:cubicBezTo>
                  <a:cubicBezTo>
                    <a:pt x="2012950" y="476119"/>
                    <a:pt x="2009140" y="478659"/>
                    <a:pt x="2006600" y="479929"/>
                  </a:cubicBezTo>
                  <a:cubicBezTo>
                    <a:pt x="2004060" y="481199"/>
                    <a:pt x="2000250" y="482469"/>
                    <a:pt x="2000250" y="482469"/>
                  </a:cubicBezTo>
                  <a:cubicBezTo>
                    <a:pt x="2000250" y="482469"/>
                    <a:pt x="1995170" y="483739"/>
                    <a:pt x="1992630" y="485009"/>
                  </a:cubicBezTo>
                  <a:cubicBezTo>
                    <a:pt x="1990090" y="485009"/>
                    <a:pt x="1986280" y="486279"/>
                    <a:pt x="1985010" y="486279"/>
                  </a:cubicBezTo>
                  <a:cubicBezTo>
                    <a:pt x="1985010" y="486279"/>
                    <a:pt x="1960880" y="488819"/>
                    <a:pt x="1948180" y="488819"/>
                  </a:cubicBezTo>
                  <a:cubicBezTo>
                    <a:pt x="1936750" y="490089"/>
                    <a:pt x="1913890" y="491359"/>
                    <a:pt x="1915160" y="492629"/>
                  </a:cubicBezTo>
                  <a:cubicBezTo>
                    <a:pt x="1915160" y="492629"/>
                    <a:pt x="1957070" y="493899"/>
                    <a:pt x="1957070" y="493899"/>
                  </a:cubicBezTo>
                  <a:cubicBezTo>
                    <a:pt x="1957070" y="493899"/>
                    <a:pt x="1962150" y="495169"/>
                    <a:pt x="1964690" y="495169"/>
                  </a:cubicBezTo>
                  <a:cubicBezTo>
                    <a:pt x="1967230" y="496439"/>
                    <a:pt x="1972310" y="496439"/>
                    <a:pt x="1972310" y="496439"/>
                  </a:cubicBezTo>
                  <a:cubicBezTo>
                    <a:pt x="1972310" y="496439"/>
                    <a:pt x="1977390" y="498979"/>
                    <a:pt x="1979930" y="500249"/>
                  </a:cubicBezTo>
                  <a:cubicBezTo>
                    <a:pt x="1982470" y="501519"/>
                    <a:pt x="1986280" y="502789"/>
                    <a:pt x="1987550" y="502789"/>
                  </a:cubicBezTo>
                  <a:cubicBezTo>
                    <a:pt x="1987550" y="502789"/>
                    <a:pt x="1991360" y="506599"/>
                    <a:pt x="1992630" y="507869"/>
                  </a:cubicBezTo>
                  <a:cubicBezTo>
                    <a:pt x="1995170" y="510409"/>
                    <a:pt x="1998980" y="512949"/>
                    <a:pt x="1998980" y="512949"/>
                  </a:cubicBezTo>
                  <a:cubicBezTo>
                    <a:pt x="1998980" y="512949"/>
                    <a:pt x="2002790" y="518029"/>
                    <a:pt x="2004060" y="519299"/>
                  </a:cubicBezTo>
                  <a:cubicBezTo>
                    <a:pt x="2004060" y="519299"/>
                    <a:pt x="2004060" y="519299"/>
                    <a:pt x="2005330" y="520569"/>
                  </a:cubicBezTo>
                  <a:cubicBezTo>
                    <a:pt x="2009140" y="521839"/>
                    <a:pt x="2048510" y="521839"/>
                    <a:pt x="2075180" y="520569"/>
                  </a:cubicBezTo>
                  <a:cubicBezTo>
                    <a:pt x="2110740" y="518029"/>
                    <a:pt x="2161540" y="510409"/>
                    <a:pt x="2199640" y="506599"/>
                  </a:cubicBezTo>
                  <a:cubicBezTo>
                    <a:pt x="2232660" y="504059"/>
                    <a:pt x="2292350" y="500249"/>
                    <a:pt x="2292350" y="500249"/>
                  </a:cubicBezTo>
                  <a:cubicBezTo>
                    <a:pt x="2292350" y="500249"/>
                    <a:pt x="2297430" y="500249"/>
                    <a:pt x="2301240" y="500249"/>
                  </a:cubicBezTo>
                  <a:cubicBezTo>
                    <a:pt x="2303780" y="500249"/>
                    <a:pt x="2308860" y="500249"/>
                    <a:pt x="2308860" y="500249"/>
                  </a:cubicBezTo>
                  <a:cubicBezTo>
                    <a:pt x="2308860" y="500249"/>
                    <a:pt x="2313940" y="500249"/>
                    <a:pt x="2316480" y="501519"/>
                  </a:cubicBezTo>
                  <a:cubicBezTo>
                    <a:pt x="2319020" y="501519"/>
                    <a:pt x="2324100" y="502789"/>
                    <a:pt x="2324100" y="502789"/>
                  </a:cubicBezTo>
                  <a:cubicBezTo>
                    <a:pt x="2324100" y="502789"/>
                    <a:pt x="2329180" y="505329"/>
                    <a:pt x="2331720" y="506599"/>
                  </a:cubicBezTo>
                  <a:cubicBezTo>
                    <a:pt x="2332990" y="506599"/>
                    <a:pt x="2338070" y="509139"/>
                    <a:pt x="2338070" y="509139"/>
                  </a:cubicBezTo>
                  <a:cubicBezTo>
                    <a:pt x="2338070" y="509139"/>
                    <a:pt x="2341880" y="512949"/>
                    <a:pt x="2344420" y="514219"/>
                  </a:cubicBezTo>
                  <a:cubicBezTo>
                    <a:pt x="2346960" y="515489"/>
                    <a:pt x="2350770" y="519299"/>
                    <a:pt x="2350770" y="519299"/>
                  </a:cubicBezTo>
                  <a:cubicBezTo>
                    <a:pt x="2350770" y="519299"/>
                    <a:pt x="2353310" y="523109"/>
                    <a:pt x="2355850" y="525649"/>
                  </a:cubicBezTo>
                  <a:cubicBezTo>
                    <a:pt x="2357120" y="528189"/>
                    <a:pt x="2359660" y="531999"/>
                    <a:pt x="2360930" y="531999"/>
                  </a:cubicBezTo>
                  <a:cubicBezTo>
                    <a:pt x="2360930" y="531999"/>
                    <a:pt x="2362200" y="537079"/>
                    <a:pt x="2363470" y="539619"/>
                  </a:cubicBezTo>
                  <a:cubicBezTo>
                    <a:pt x="2364740" y="540889"/>
                    <a:pt x="2366010" y="545969"/>
                    <a:pt x="2367280" y="545969"/>
                  </a:cubicBezTo>
                  <a:cubicBezTo>
                    <a:pt x="2367280" y="545969"/>
                    <a:pt x="2367280" y="551049"/>
                    <a:pt x="2368550" y="553589"/>
                  </a:cubicBezTo>
                  <a:cubicBezTo>
                    <a:pt x="2368550" y="556129"/>
                    <a:pt x="2369820" y="561209"/>
                    <a:pt x="2369820" y="562479"/>
                  </a:cubicBezTo>
                  <a:cubicBezTo>
                    <a:pt x="2369820" y="562479"/>
                    <a:pt x="2368550" y="567559"/>
                    <a:pt x="2368550" y="570099"/>
                  </a:cubicBezTo>
                  <a:cubicBezTo>
                    <a:pt x="2368550" y="572639"/>
                    <a:pt x="2368550" y="577719"/>
                    <a:pt x="2368550" y="577719"/>
                  </a:cubicBezTo>
                  <a:cubicBezTo>
                    <a:pt x="2368550" y="577719"/>
                    <a:pt x="2366010" y="582799"/>
                    <a:pt x="2366010" y="585339"/>
                  </a:cubicBezTo>
                  <a:cubicBezTo>
                    <a:pt x="2364740" y="587879"/>
                    <a:pt x="2363470" y="592959"/>
                    <a:pt x="2363470" y="592959"/>
                  </a:cubicBezTo>
                  <a:cubicBezTo>
                    <a:pt x="2363470" y="592959"/>
                    <a:pt x="2360930" y="596769"/>
                    <a:pt x="2359660" y="599309"/>
                  </a:cubicBezTo>
                  <a:cubicBezTo>
                    <a:pt x="2358390" y="601849"/>
                    <a:pt x="2354580" y="605659"/>
                    <a:pt x="2354580" y="605659"/>
                  </a:cubicBezTo>
                  <a:cubicBezTo>
                    <a:pt x="2354580" y="605659"/>
                    <a:pt x="2350770" y="609469"/>
                    <a:pt x="2349500" y="612009"/>
                  </a:cubicBezTo>
                  <a:cubicBezTo>
                    <a:pt x="2346960" y="613279"/>
                    <a:pt x="2344420" y="617089"/>
                    <a:pt x="2344420" y="617089"/>
                  </a:cubicBezTo>
                  <a:cubicBezTo>
                    <a:pt x="2343150" y="617089"/>
                    <a:pt x="2339340" y="619629"/>
                    <a:pt x="2336800" y="620899"/>
                  </a:cubicBezTo>
                  <a:cubicBezTo>
                    <a:pt x="2334260" y="622169"/>
                    <a:pt x="2330450" y="624709"/>
                    <a:pt x="2330450" y="624709"/>
                  </a:cubicBezTo>
                  <a:cubicBezTo>
                    <a:pt x="2330450" y="624709"/>
                    <a:pt x="2325370" y="627249"/>
                    <a:pt x="2322830" y="627249"/>
                  </a:cubicBezTo>
                  <a:cubicBezTo>
                    <a:pt x="2320290" y="628519"/>
                    <a:pt x="2316480" y="628519"/>
                    <a:pt x="2315210" y="629789"/>
                  </a:cubicBezTo>
                  <a:cubicBezTo>
                    <a:pt x="2313940" y="629789"/>
                    <a:pt x="2315210" y="631059"/>
                    <a:pt x="2313940" y="632329"/>
                  </a:cubicBezTo>
                  <a:cubicBezTo>
                    <a:pt x="2308860" y="636139"/>
                    <a:pt x="2252980" y="643759"/>
                    <a:pt x="2231390" y="645029"/>
                  </a:cubicBezTo>
                  <a:cubicBezTo>
                    <a:pt x="2216150" y="646299"/>
                    <a:pt x="2211070" y="643759"/>
                    <a:pt x="2194560" y="643759"/>
                  </a:cubicBezTo>
                  <a:cubicBezTo>
                    <a:pt x="2165350" y="646299"/>
                    <a:pt x="2112010" y="657729"/>
                    <a:pt x="2071370" y="660269"/>
                  </a:cubicBezTo>
                  <a:cubicBezTo>
                    <a:pt x="2030730" y="664079"/>
                    <a:pt x="1953260" y="660269"/>
                    <a:pt x="1950720" y="662809"/>
                  </a:cubicBezTo>
                  <a:cubicBezTo>
                    <a:pt x="1949450" y="662809"/>
                    <a:pt x="1950720" y="662809"/>
                    <a:pt x="1950720" y="664079"/>
                  </a:cubicBezTo>
                  <a:cubicBezTo>
                    <a:pt x="1949450" y="664079"/>
                    <a:pt x="1950720" y="666619"/>
                    <a:pt x="1950720" y="667889"/>
                  </a:cubicBezTo>
                  <a:cubicBezTo>
                    <a:pt x="1950720" y="670429"/>
                    <a:pt x="1949450" y="674239"/>
                    <a:pt x="1948180" y="676779"/>
                  </a:cubicBezTo>
                  <a:cubicBezTo>
                    <a:pt x="1948180" y="680589"/>
                    <a:pt x="1948180" y="683129"/>
                    <a:pt x="1946910" y="685669"/>
                  </a:cubicBezTo>
                  <a:cubicBezTo>
                    <a:pt x="1946910" y="688209"/>
                    <a:pt x="1945640" y="688209"/>
                    <a:pt x="1945640" y="690749"/>
                  </a:cubicBezTo>
                  <a:cubicBezTo>
                    <a:pt x="1944370" y="692019"/>
                    <a:pt x="1944370" y="693289"/>
                    <a:pt x="1944370" y="694559"/>
                  </a:cubicBezTo>
                  <a:cubicBezTo>
                    <a:pt x="1943100" y="697099"/>
                    <a:pt x="1940560" y="699639"/>
                    <a:pt x="1939290" y="702179"/>
                  </a:cubicBezTo>
                  <a:cubicBezTo>
                    <a:pt x="1938020" y="704719"/>
                    <a:pt x="1936750" y="708529"/>
                    <a:pt x="1935480" y="711069"/>
                  </a:cubicBezTo>
                  <a:cubicBezTo>
                    <a:pt x="1934210" y="712339"/>
                    <a:pt x="1932940" y="712339"/>
                    <a:pt x="1931670" y="713609"/>
                  </a:cubicBezTo>
                  <a:cubicBezTo>
                    <a:pt x="1931670" y="714879"/>
                    <a:pt x="1930400" y="716149"/>
                    <a:pt x="1929130" y="717419"/>
                  </a:cubicBezTo>
                  <a:cubicBezTo>
                    <a:pt x="1927860" y="719959"/>
                    <a:pt x="1925320" y="721229"/>
                    <a:pt x="1922780" y="723769"/>
                  </a:cubicBezTo>
                  <a:cubicBezTo>
                    <a:pt x="1920240" y="726309"/>
                    <a:pt x="1917700" y="728849"/>
                    <a:pt x="1916430" y="730119"/>
                  </a:cubicBezTo>
                  <a:cubicBezTo>
                    <a:pt x="1915160" y="731389"/>
                    <a:pt x="1912620" y="731389"/>
                    <a:pt x="1911350" y="732659"/>
                  </a:cubicBezTo>
                  <a:cubicBezTo>
                    <a:pt x="1910080" y="732659"/>
                    <a:pt x="1910080" y="733929"/>
                    <a:pt x="1908810" y="735199"/>
                  </a:cubicBezTo>
                  <a:cubicBezTo>
                    <a:pt x="1906270" y="736469"/>
                    <a:pt x="1902460" y="737739"/>
                    <a:pt x="1899920" y="739009"/>
                  </a:cubicBezTo>
                  <a:cubicBezTo>
                    <a:pt x="1897380" y="739009"/>
                    <a:pt x="1893570" y="741549"/>
                    <a:pt x="1891030" y="742819"/>
                  </a:cubicBezTo>
                  <a:cubicBezTo>
                    <a:pt x="1889760" y="742819"/>
                    <a:pt x="1888490" y="742819"/>
                    <a:pt x="1887220" y="742819"/>
                  </a:cubicBezTo>
                  <a:cubicBezTo>
                    <a:pt x="1885950" y="744089"/>
                    <a:pt x="1884680" y="744089"/>
                    <a:pt x="1883410" y="745359"/>
                  </a:cubicBezTo>
                  <a:cubicBezTo>
                    <a:pt x="1880870" y="745359"/>
                    <a:pt x="1877060" y="745359"/>
                    <a:pt x="1873250" y="745359"/>
                  </a:cubicBezTo>
                  <a:cubicBezTo>
                    <a:pt x="1870710" y="745359"/>
                    <a:pt x="1869440" y="746629"/>
                    <a:pt x="1864360" y="746629"/>
                  </a:cubicBezTo>
                  <a:cubicBezTo>
                    <a:pt x="1845310" y="747899"/>
                    <a:pt x="1767840" y="746629"/>
                    <a:pt x="1723390" y="742819"/>
                  </a:cubicBezTo>
                  <a:cubicBezTo>
                    <a:pt x="1680210" y="739009"/>
                    <a:pt x="1638300" y="728849"/>
                    <a:pt x="1600200" y="726309"/>
                  </a:cubicBezTo>
                  <a:cubicBezTo>
                    <a:pt x="1569720" y="723769"/>
                    <a:pt x="1543050" y="725039"/>
                    <a:pt x="1515110" y="725039"/>
                  </a:cubicBezTo>
                  <a:cubicBezTo>
                    <a:pt x="1487170" y="723769"/>
                    <a:pt x="1449070" y="723769"/>
                    <a:pt x="1432560" y="721229"/>
                  </a:cubicBezTo>
                  <a:cubicBezTo>
                    <a:pt x="1424940" y="719959"/>
                    <a:pt x="1422400" y="717419"/>
                    <a:pt x="1416050" y="717419"/>
                  </a:cubicBezTo>
                  <a:cubicBezTo>
                    <a:pt x="1408430" y="717419"/>
                    <a:pt x="1399540" y="723769"/>
                    <a:pt x="1385570" y="726309"/>
                  </a:cubicBezTo>
                  <a:cubicBezTo>
                    <a:pt x="1362710" y="730119"/>
                    <a:pt x="1318260" y="725039"/>
                    <a:pt x="1287780" y="728849"/>
                  </a:cubicBezTo>
                  <a:cubicBezTo>
                    <a:pt x="1259840" y="731389"/>
                    <a:pt x="1235710" y="741549"/>
                    <a:pt x="1209040" y="745359"/>
                  </a:cubicBezTo>
                  <a:cubicBezTo>
                    <a:pt x="1182370" y="747899"/>
                    <a:pt x="1155700" y="745359"/>
                    <a:pt x="1127760" y="747899"/>
                  </a:cubicBezTo>
                  <a:cubicBezTo>
                    <a:pt x="1101090" y="749169"/>
                    <a:pt x="1073150" y="750439"/>
                    <a:pt x="1045210" y="756789"/>
                  </a:cubicBezTo>
                  <a:cubicBezTo>
                    <a:pt x="1016000" y="763139"/>
                    <a:pt x="988060" y="779649"/>
                    <a:pt x="956310" y="784729"/>
                  </a:cubicBezTo>
                  <a:cubicBezTo>
                    <a:pt x="924560" y="789809"/>
                    <a:pt x="890270" y="785999"/>
                    <a:pt x="857250" y="785999"/>
                  </a:cubicBezTo>
                  <a:cubicBezTo>
                    <a:pt x="824230" y="785999"/>
                    <a:pt x="791210" y="784729"/>
                    <a:pt x="759460" y="784729"/>
                  </a:cubicBezTo>
                  <a:cubicBezTo>
                    <a:pt x="728980" y="784729"/>
                    <a:pt x="697230" y="784729"/>
                    <a:pt x="673100" y="784729"/>
                  </a:cubicBezTo>
                  <a:cubicBezTo>
                    <a:pt x="655320" y="783459"/>
                    <a:pt x="637540" y="779649"/>
                    <a:pt x="626110" y="782189"/>
                  </a:cubicBezTo>
                  <a:cubicBezTo>
                    <a:pt x="618490" y="784729"/>
                    <a:pt x="617220" y="787269"/>
                    <a:pt x="608330" y="792349"/>
                  </a:cubicBezTo>
                  <a:cubicBezTo>
                    <a:pt x="584200" y="805049"/>
                    <a:pt x="513080" y="857119"/>
                    <a:pt x="466090" y="866009"/>
                  </a:cubicBezTo>
                  <a:cubicBezTo>
                    <a:pt x="425450" y="873629"/>
                    <a:pt x="383540" y="869819"/>
                    <a:pt x="345440" y="853309"/>
                  </a:cubicBezTo>
                  <a:cubicBezTo>
                    <a:pt x="303530" y="835529"/>
                    <a:pt x="246380" y="785999"/>
                    <a:pt x="231140" y="758059"/>
                  </a:cubicBezTo>
                  <a:cubicBezTo>
                    <a:pt x="222250" y="742819"/>
                    <a:pt x="227330" y="719959"/>
                    <a:pt x="223520" y="717419"/>
                  </a:cubicBezTo>
                  <a:cubicBezTo>
                    <a:pt x="220980" y="716149"/>
                    <a:pt x="220980" y="718689"/>
                    <a:pt x="217170" y="719959"/>
                  </a:cubicBezTo>
                  <a:cubicBezTo>
                    <a:pt x="204470" y="722499"/>
                    <a:pt x="156210" y="730119"/>
                    <a:pt x="125730" y="726309"/>
                  </a:cubicBezTo>
                  <a:cubicBezTo>
                    <a:pt x="96520" y="721229"/>
                    <a:pt x="59690" y="712339"/>
                    <a:pt x="38100" y="694559"/>
                  </a:cubicBezTo>
                  <a:cubicBezTo>
                    <a:pt x="19050" y="676779"/>
                    <a:pt x="0" y="624709"/>
                    <a:pt x="0" y="624709"/>
                  </a:cubicBezTo>
                  <a:moveTo>
                    <a:pt x="140970" y="585339"/>
                  </a:moveTo>
                  <a:cubicBezTo>
                    <a:pt x="177800" y="566289"/>
                    <a:pt x="162560" y="548509"/>
                    <a:pt x="157480" y="549779"/>
                  </a:cubicBezTo>
                  <a:cubicBezTo>
                    <a:pt x="151130" y="549779"/>
                    <a:pt x="140970" y="585339"/>
                    <a:pt x="140970" y="585339"/>
                  </a:cubicBezTo>
                </a:path>
              </a:pathLst>
            </a:custGeom>
            <a:solidFill>
              <a:srgbClr val="FAE7ED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4623" y="1638897"/>
            <a:ext cx="1115218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1. Single Pass Compiler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2. Multi Pass Compiler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3. Load and Go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4. Debugging Compiler (or) Optimizing Compiler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 5. Cross Compiler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504106"/>
            <a:ext cx="1649601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It reads the source program one character at a time  and grouped into tokens.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The error handler is invoked when an error in  the source program is detected.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Each phase can encounter errors.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04263"/>
            <a:ext cx="8769946" cy="76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6"/>
              </a:lnSpc>
            </a:pPr>
            <a:r>
              <a:rPr lang="en-US" sz="4454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CLASSIFIC</a:t>
            </a:r>
            <a:r>
              <a:rPr lang="en-US" sz="4454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ATION OF COMPILER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17546"/>
            <a:ext cx="400685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LEXI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 ANALYZER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023" y="322524"/>
            <a:ext cx="954583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ERRORS IN EACH PHASE 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 Lexical Analysis → unrecognized token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Syntax Analysis → invalid syntactic structure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Semantic Analysis → type mismatch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095631"/>
            <a:ext cx="11324832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ROUPING OF PHASES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Front End : Machine Independent Phases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Lexical Analysis 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Syntax Analysis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Semantic Analysis 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Intermediate Code Generation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Some Code Optimization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 End : Machine Dependent Phases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• Code Generation 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Machine-Dependent Optimizations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3553" y="2158165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4" y="0"/>
                </a:lnTo>
                <a:lnTo>
                  <a:pt x="7960894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1285" y="862248"/>
            <a:ext cx="14270840" cy="8562504"/>
          </a:xfrm>
          <a:custGeom>
            <a:avLst/>
            <a:gdLst/>
            <a:ahLst/>
            <a:cxnLst/>
            <a:rect r="r" b="b" t="t" l="l"/>
            <a:pathLst>
              <a:path h="8562504" w="14270840">
                <a:moveTo>
                  <a:pt x="0" y="0"/>
                </a:moveTo>
                <a:lnTo>
                  <a:pt x="14270839" y="0"/>
                </a:lnTo>
                <a:lnTo>
                  <a:pt x="14270839" y="8562504"/>
                </a:lnTo>
                <a:lnTo>
                  <a:pt x="0" y="8562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360045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85820" y="4962842"/>
            <a:ext cx="111636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automata</a:t>
            </a:r>
          </a:p>
        </p:txBody>
      </p:sp>
      <p:sp>
        <p:nvSpPr>
          <p:cNvPr name="AutoShape 6" id="6"/>
          <p:cNvSpPr/>
          <p:nvPr/>
        </p:nvSpPr>
        <p:spPr>
          <a:xfrm>
            <a:off x="5039752" y="5143500"/>
            <a:ext cx="256119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687192" y="5247958"/>
            <a:ext cx="256119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9124950" y="6686550"/>
            <a:ext cx="0" cy="25612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9105900" y="1028700"/>
            <a:ext cx="0" cy="25612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984908" y="504628"/>
            <a:ext cx="231818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language rules  → 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80933" y="5067301"/>
            <a:ext cx="12727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 token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791203" y="9409744"/>
            <a:ext cx="70559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errors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44451" y="4962842"/>
            <a:ext cx="65365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token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1412" y="2191520"/>
            <a:ext cx="308610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  syntax sub   part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will be  checking process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lex → token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6618" y="1079348"/>
            <a:ext cx="8620663" cy="8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8"/>
              </a:lnSpc>
            </a:pPr>
            <a:r>
              <a:rPr lang="en-US" sz="49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Wh</a:t>
            </a:r>
            <a:r>
              <a:rPr lang="en-US" sz="49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at is a Finite Automaton?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84510" y="2192521"/>
            <a:ext cx="13956851" cy="1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499" indent="-534250" lvl="1">
              <a:lnSpc>
                <a:spcPts val="6928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the generalized transition diagram for regular expression is called finite automata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21340"/>
            <a:ext cx="6589868" cy="8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8"/>
              </a:lnSpc>
            </a:pPr>
            <a:r>
              <a:rPr lang="en-US" sz="49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Two of finite automata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7755" y="5633809"/>
            <a:ext cx="13956851" cy="8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499" indent="-534250" lvl="1">
              <a:lnSpc>
                <a:spcPts val="6928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non deterministic  finite automata  (nfa)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47755" y="6384329"/>
            <a:ext cx="13956851" cy="8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8499" indent="-534250" lvl="1">
              <a:lnSpc>
                <a:spcPts val="6928"/>
              </a:lnSpc>
              <a:buFont typeface="Arial"/>
              <a:buChar char="•"/>
            </a:pPr>
            <a:r>
              <a:rPr lang="en-US" sz="49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deterministic  finite automata  (dfa)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4272" y="3593547"/>
            <a:ext cx="12994517" cy="7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8"/>
              </a:lnSpc>
            </a:pPr>
            <a:r>
              <a:rPr lang="en-US" sz="43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DFA: One state → one input → exactly one next state.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4272" y="4757438"/>
            <a:ext cx="15829305" cy="69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N</a:t>
            </a: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FA: One state → one input → possibly many next states (or none). 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6050" y="742335"/>
            <a:ext cx="16185032" cy="1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8"/>
              </a:lnSpc>
            </a:pPr>
            <a:r>
              <a:rPr lang="en-US" sz="494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Deterministic Finite Automaton vs Non deterministic Finite Automaton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2805" y="6727962"/>
            <a:ext cx="16955369" cy="69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Regular expression → N</a:t>
            </a: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FA → DFA → minimised DFA → scanner (Lexer)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4508" y="1277691"/>
            <a:ext cx="15998984" cy="82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2"/>
              </a:lnSpc>
            </a:pPr>
            <a:r>
              <a:rPr lang="en-US" sz="489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Transition </a:t>
            </a:r>
            <a:r>
              <a:rPr lang="en-US" b="true" sz="489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diagram for Identifiers in Compiler Design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0034336" cy="69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what is Programming Language Grammar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24704"/>
            <a:ext cx="10034336" cy="69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Programming languages also need rules.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73026"/>
            <a:ext cx="5342520" cy="69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IT is valid :  a = b + c;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762273"/>
            <a:ext cx="5582153" cy="69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IT is invalid : = a + b c;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8884" y="4757438"/>
            <a:ext cx="5582153" cy="69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Example Grammar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0909" y="5748637"/>
            <a:ext cx="2551243" cy="214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 → E + T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 → T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 → 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51815" y="5748637"/>
            <a:ext cx="4965697" cy="214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 = Expression</a:t>
            </a:r>
          </a:p>
          <a:p>
            <a:pPr algn="l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T = Term</a:t>
            </a:r>
          </a:p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id = Identifier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2790" y="175435"/>
            <a:ext cx="14813309" cy="9875539"/>
          </a:xfrm>
          <a:custGeom>
            <a:avLst/>
            <a:gdLst/>
            <a:ahLst/>
            <a:cxnLst/>
            <a:rect r="r" b="b" t="t" l="l"/>
            <a:pathLst>
              <a:path h="9875539" w="14813309">
                <a:moveTo>
                  <a:pt x="0" y="0"/>
                </a:moveTo>
                <a:lnTo>
                  <a:pt x="14813308" y="0"/>
                </a:lnTo>
                <a:lnTo>
                  <a:pt x="14813308" y="9875539"/>
                </a:lnTo>
                <a:lnTo>
                  <a:pt x="0" y="9875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11426" y="736568"/>
            <a:ext cx="13042973" cy="8695315"/>
          </a:xfrm>
          <a:custGeom>
            <a:avLst/>
            <a:gdLst/>
            <a:ahLst/>
            <a:cxnLst/>
            <a:rect r="r" b="b" t="t" l="l"/>
            <a:pathLst>
              <a:path h="8695315" w="13042973">
                <a:moveTo>
                  <a:pt x="0" y="0"/>
                </a:moveTo>
                <a:lnTo>
                  <a:pt x="13042972" y="0"/>
                </a:lnTo>
                <a:lnTo>
                  <a:pt x="13042972" y="8695315"/>
                </a:lnTo>
                <a:lnTo>
                  <a:pt x="0" y="8695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110" y="1245531"/>
            <a:ext cx="3546388" cy="53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Semantic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417" y="2356862"/>
            <a:ext cx="16589317" cy="109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Semantic Analysis is the compiler phase that checks whether the program's meaning is correct after the syntax has already been verified.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5210" y="746389"/>
            <a:ext cx="7730877" cy="8746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Type Checking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Checks data types are correct.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Example: int a; a = "Hello"; ❌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Declaration Checking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Checks variables are declared.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Example: x = 10; ❌ (x not declared)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Scope Checking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Checks variable visibility.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Example: Using local variable outside its block ❌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Function Checking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Checks function name, arguments, and types.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Example: add(10); ❌ (missing argument)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Return Type Checking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Checks returned value matches function type.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Example: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int fun() { return "Hello"; } ❌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79552" y="2953643"/>
            <a:ext cx="7714878" cy="305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Checks data type correctness.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Performed during Semantic Analysis.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Detects type mismatch errors.</a:t>
            </a:r>
          </a:p>
          <a:p>
            <a:pPr algn="l">
              <a:lnSpc>
                <a:spcPts val="3488"/>
              </a:lnSpc>
              <a:spcBef>
                <a:spcPct val="0"/>
              </a:spcBef>
            </a:pPr>
          </a:p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Checks assignments, functions, and expressions.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97617" y="2078616"/>
            <a:ext cx="2195959" cy="42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4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ype Checking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05316" y="178791"/>
            <a:ext cx="9325553" cy="10253429"/>
          </a:xfrm>
          <a:custGeom>
            <a:avLst/>
            <a:gdLst/>
            <a:ahLst/>
            <a:cxnLst/>
            <a:rect r="r" b="b" t="t" l="l"/>
            <a:pathLst>
              <a:path h="10253429" w="9325553">
                <a:moveTo>
                  <a:pt x="0" y="0"/>
                </a:moveTo>
                <a:lnTo>
                  <a:pt x="9325552" y="0"/>
                </a:lnTo>
                <a:lnTo>
                  <a:pt x="9325552" y="10253430"/>
                </a:lnTo>
                <a:lnTo>
                  <a:pt x="0" y="10253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8105" y="4153535"/>
            <a:ext cx="885024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Three Address Code (TAC) is an intermediate code representation in which each instruction contains at most three addresses and is used to simplify expressions for optimization and machine code generation.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46925" y="2799042"/>
            <a:ext cx="29082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Three Address Code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497031" y="5333362"/>
            <a:ext cx="8850249" cy="432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Sou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rce Code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Lexical Analysis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Syntax Analysis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Semantic Analysis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Three Address Code (TAC)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Code Optimization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↓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Machine Code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67604" y="5624466"/>
            <a:ext cx="8850249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complier can create Temporary Variables like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t1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t2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t3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...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1290" y="990600"/>
            <a:ext cx="217214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Code Optimization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1290" y="1785602"/>
            <a:ext cx="3885158" cy="465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Improves Program Speed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Program runs faster.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Reduces Memory Usage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Uses less RAM.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Removes Unnecessary Code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Deletes useless statements.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Reduces CPU Work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Fewer instructions to execute.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Keeps Same Output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→ Result does not change.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95594" y="1229858"/>
            <a:ext cx="340742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Directed Acyclic Graph (DAG)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69235" y="2272694"/>
            <a:ext cx="7633579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DAG (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Directed Acyclic Graph) is a graph used in Code Optimization to represent expressions and find repeated computations.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946065" y="5404633"/>
            <a:ext cx="940222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(+)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/   \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b     c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/       \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a         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35411" y="4906329"/>
            <a:ext cx="236153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DAG R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37198" y="5796766"/>
            <a:ext cx="93836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= b + c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= b + 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49956" y="4906329"/>
            <a:ext cx="4468378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DAG = Directed Acyclic Graph.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Used in Code Optimization.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Represents expressions as a graph.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Eliminates common subexpressions.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Improves execution speed.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3757" y="247881"/>
            <a:ext cx="14275885" cy="9517257"/>
          </a:xfrm>
          <a:custGeom>
            <a:avLst/>
            <a:gdLst/>
            <a:ahLst/>
            <a:cxnLst/>
            <a:rect r="r" b="b" t="t" l="l"/>
            <a:pathLst>
              <a:path h="9517257" w="14275885">
                <a:moveTo>
                  <a:pt x="0" y="0"/>
                </a:moveTo>
                <a:lnTo>
                  <a:pt x="14275885" y="0"/>
                </a:lnTo>
                <a:lnTo>
                  <a:pt x="14275885" y="9517257"/>
                </a:lnTo>
                <a:lnTo>
                  <a:pt x="0" y="9517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5546" y="2884350"/>
            <a:ext cx="29654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en.wikipedia.org/wiki/Thompson%27s_construction"/>
              </a:rPr>
              <a:t>Thompson's construction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05546" y="3578966"/>
            <a:ext cx="691738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tutorialspoint.com/automata_theory/conversion_of_regular_expression_to_deterministic_finite_automata.htm"/>
              </a:rPr>
              <a:t>Conversion Rules of Regular Expressions to Finite Automata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34488" y="4379012"/>
            <a:ext cx="16438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favisualizer.vercel.app"/>
              </a:rPr>
              <a:t>online visual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32479" y="5178477"/>
            <a:ext cx="16478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ivanzuzak.info/noam/webapps/fsm_simulator/"/>
              </a:rPr>
              <a:t>online visual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01076" y="5977942"/>
            <a:ext cx="171464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cyberzhg.github.io/toolbox/nfa2dfa"/>
              </a:rPr>
              <a:t>online visual 3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1606" y="951410"/>
            <a:ext cx="6030541" cy="81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deterministic finite automata (NFA)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559119" y="6777407"/>
            <a:ext cx="16613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www.tpointtech.com/automata-conversion-of-re-to-fa"/>
              </a:rPr>
              <a:t>online visual 4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31086" y="820920"/>
            <a:ext cx="433893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rministic Finite Automaton (DFA)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656747" y="4154873"/>
            <a:ext cx="16438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nfa-to-dfa-converter.vercel.app"/>
              </a:rPr>
              <a:t>online visual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54738" y="5105400"/>
            <a:ext cx="16478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joeylemon.github.io/nfa-to-dfa/"/>
              </a:rPr>
              <a:t>online visual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8934" y="5754831"/>
            <a:ext cx="165541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www.automataaa.com"/>
              </a:rPr>
              <a:t>online visual 3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46131" y="4962842"/>
            <a:ext cx="3995738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PARSER TREE -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COMPILER DESIGN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654738" y="5754831"/>
            <a:ext cx="16438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regular-expression-to-dfa-parse-tree-method-online.vercel.app"/>
              </a:rPr>
              <a:t>online visual 1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3172" y="1121140"/>
            <a:ext cx="6101655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Conversion of Regular Expression to Finite Automata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94029" y="209804"/>
            <a:ext cx="13156522" cy="9867392"/>
          </a:xfrm>
          <a:custGeom>
            <a:avLst/>
            <a:gdLst/>
            <a:ahLst/>
            <a:cxnLst/>
            <a:rect r="r" b="b" t="t" l="l"/>
            <a:pathLst>
              <a:path h="9867392" w="13156522">
                <a:moveTo>
                  <a:pt x="0" y="0"/>
                </a:moveTo>
                <a:lnTo>
                  <a:pt x="13156522" y="0"/>
                </a:lnTo>
                <a:lnTo>
                  <a:pt x="13156522" y="9867392"/>
                </a:lnTo>
                <a:lnTo>
                  <a:pt x="0" y="9867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17553" y="487261"/>
            <a:ext cx="6148388" cy="823912"/>
            <a:chOff x="0" y="0"/>
            <a:chExt cx="8197850" cy="10985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029" y="48296"/>
              <a:ext cx="8104658" cy="999454"/>
            </a:xfrm>
            <a:custGeom>
              <a:avLst/>
              <a:gdLst/>
              <a:ahLst/>
              <a:cxnLst/>
              <a:rect r="r" b="b" t="t" l="l"/>
              <a:pathLst>
                <a:path h="999454" w="8104658">
                  <a:moveTo>
                    <a:pt x="97021" y="433034"/>
                  </a:moveTo>
                  <a:cubicBezTo>
                    <a:pt x="248151" y="509234"/>
                    <a:pt x="329431" y="502884"/>
                    <a:pt x="442461" y="507964"/>
                  </a:cubicBezTo>
                  <a:cubicBezTo>
                    <a:pt x="664711" y="516854"/>
                    <a:pt x="1057141" y="535904"/>
                    <a:pt x="1426711" y="524474"/>
                  </a:cubicBezTo>
                  <a:cubicBezTo>
                    <a:pt x="1905501" y="509234"/>
                    <a:pt x="2728461" y="440654"/>
                    <a:pt x="3070091" y="392394"/>
                  </a:cubicBezTo>
                  <a:cubicBezTo>
                    <a:pt x="3227571" y="369534"/>
                    <a:pt x="3303771" y="347944"/>
                    <a:pt x="3410451" y="322544"/>
                  </a:cubicBezTo>
                  <a:cubicBezTo>
                    <a:pt x="3505701" y="298414"/>
                    <a:pt x="3633971" y="237454"/>
                    <a:pt x="3680961" y="243804"/>
                  </a:cubicBezTo>
                  <a:cubicBezTo>
                    <a:pt x="3700011" y="246344"/>
                    <a:pt x="3708901" y="255234"/>
                    <a:pt x="3717791" y="266664"/>
                  </a:cubicBezTo>
                  <a:cubicBezTo>
                    <a:pt x="3725411" y="276824"/>
                    <a:pt x="3730491" y="294604"/>
                    <a:pt x="3729221" y="307304"/>
                  </a:cubicBezTo>
                  <a:cubicBezTo>
                    <a:pt x="3727951" y="321274"/>
                    <a:pt x="3719061" y="336514"/>
                    <a:pt x="3711441" y="346674"/>
                  </a:cubicBezTo>
                  <a:cubicBezTo>
                    <a:pt x="3705091" y="353024"/>
                    <a:pt x="3698741" y="355564"/>
                    <a:pt x="3686041" y="360644"/>
                  </a:cubicBezTo>
                  <a:cubicBezTo>
                    <a:pt x="3654291" y="370804"/>
                    <a:pt x="3586981" y="377154"/>
                    <a:pt x="3509511" y="384774"/>
                  </a:cubicBezTo>
                  <a:cubicBezTo>
                    <a:pt x="3360921" y="398744"/>
                    <a:pt x="3059931" y="397474"/>
                    <a:pt x="2856731" y="422874"/>
                  </a:cubicBezTo>
                  <a:cubicBezTo>
                    <a:pt x="2675121" y="447004"/>
                    <a:pt x="2527801" y="483834"/>
                    <a:pt x="2346191" y="525744"/>
                  </a:cubicBezTo>
                  <a:cubicBezTo>
                    <a:pt x="2136641" y="575274"/>
                    <a:pt x="1763261" y="697194"/>
                    <a:pt x="1674361" y="701004"/>
                  </a:cubicBezTo>
                  <a:cubicBezTo>
                    <a:pt x="1651501" y="702274"/>
                    <a:pt x="1642611" y="701004"/>
                    <a:pt x="1632451" y="695924"/>
                  </a:cubicBezTo>
                  <a:cubicBezTo>
                    <a:pt x="1623561" y="690844"/>
                    <a:pt x="1615941" y="684494"/>
                    <a:pt x="1610861" y="675604"/>
                  </a:cubicBezTo>
                  <a:cubicBezTo>
                    <a:pt x="1605781" y="665444"/>
                    <a:pt x="1600701" y="647664"/>
                    <a:pt x="1601971" y="634964"/>
                  </a:cubicBezTo>
                  <a:cubicBezTo>
                    <a:pt x="1604511" y="620994"/>
                    <a:pt x="1614671" y="605754"/>
                    <a:pt x="1623561" y="598134"/>
                  </a:cubicBezTo>
                  <a:cubicBezTo>
                    <a:pt x="1629911" y="590514"/>
                    <a:pt x="1632451" y="587974"/>
                    <a:pt x="1648961" y="585434"/>
                  </a:cubicBezTo>
                  <a:cubicBezTo>
                    <a:pt x="1745481" y="566384"/>
                    <a:pt x="2396991" y="665444"/>
                    <a:pt x="2767831" y="679414"/>
                  </a:cubicBezTo>
                  <a:cubicBezTo>
                    <a:pt x="3132321" y="694654"/>
                    <a:pt x="3479031" y="671794"/>
                    <a:pt x="3854951" y="674334"/>
                  </a:cubicBezTo>
                  <a:cubicBezTo>
                    <a:pt x="4260081" y="676874"/>
                    <a:pt x="4738871" y="699734"/>
                    <a:pt x="5117331" y="694654"/>
                  </a:cubicBezTo>
                  <a:cubicBezTo>
                    <a:pt x="5425941" y="690844"/>
                    <a:pt x="5678671" y="665444"/>
                    <a:pt x="5960611" y="657824"/>
                  </a:cubicBezTo>
                  <a:cubicBezTo>
                    <a:pt x="6243821" y="650204"/>
                    <a:pt x="6714991" y="631154"/>
                    <a:pt x="6814051" y="646394"/>
                  </a:cubicBezTo>
                  <a:cubicBezTo>
                    <a:pt x="6835641" y="650204"/>
                    <a:pt x="6843261" y="652744"/>
                    <a:pt x="6852151" y="660364"/>
                  </a:cubicBezTo>
                  <a:cubicBezTo>
                    <a:pt x="6862311" y="667984"/>
                    <a:pt x="6869931" y="683224"/>
                    <a:pt x="6872471" y="695924"/>
                  </a:cubicBezTo>
                  <a:cubicBezTo>
                    <a:pt x="6873741" y="708624"/>
                    <a:pt x="6871201" y="725134"/>
                    <a:pt x="6863581" y="735294"/>
                  </a:cubicBezTo>
                  <a:cubicBezTo>
                    <a:pt x="6857231" y="746724"/>
                    <a:pt x="6849611" y="751804"/>
                    <a:pt x="6830561" y="759424"/>
                  </a:cubicBezTo>
                  <a:cubicBezTo>
                    <a:pt x="6775951" y="781014"/>
                    <a:pt x="6601961" y="794984"/>
                    <a:pt x="6473691" y="805144"/>
                  </a:cubicBezTo>
                  <a:cubicBezTo>
                    <a:pt x="6326371" y="816574"/>
                    <a:pt x="6156191" y="803874"/>
                    <a:pt x="5996171" y="817844"/>
                  </a:cubicBezTo>
                  <a:cubicBezTo>
                    <a:pt x="5836151" y="831814"/>
                    <a:pt x="5677401" y="861024"/>
                    <a:pt x="5514841" y="890234"/>
                  </a:cubicBezTo>
                  <a:cubicBezTo>
                    <a:pt x="5344661" y="921984"/>
                    <a:pt x="5074151" y="999454"/>
                    <a:pt x="4997951" y="999454"/>
                  </a:cubicBezTo>
                  <a:cubicBezTo>
                    <a:pt x="4976361" y="999454"/>
                    <a:pt x="4967471" y="998184"/>
                    <a:pt x="4956041" y="990564"/>
                  </a:cubicBezTo>
                  <a:cubicBezTo>
                    <a:pt x="4944611" y="984214"/>
                    <a:pt x="4933181" y="968974"/>
                    <a:pt x="4929371" y="956274"/>
                  </a:cubicBezTo>
                  <a:cubicBezTo>
                    <a:pt x="4926831" y="943574"/>
                    <a:pt x="4928101" y="925794"/>
                    <a:pt x="4933181" y="914364"/>
                  </a:cubicBezTo>
                  <a:cubicBezTo>
                    <a:pt x="4938261" y="902934"/>
                    <a:pt x="4945881" y="894044"/>
                    <a:pt x="4963661" y="885154"/>
                  </a:cubicBezTo>
                  <a:cubicBezTo>
                    <a:pt x="5022081" y="853404"/>
                    <a:pt x="5212581" y="831814"/>
                    <a:pt x="5384031" y="787364"/>
                  </a:cubicBezTo>
                  <a:cubicBezTo>
                    <a:pt x="5657081" y="716244"/>
                    <a:pt x="6132061" y="551144"/>
                    <a:pt x="6440671" y="482564"/>
                  </a:cubicBezTo>
                  <a:cubicBezTo>
                    <a:pt x="6674351" y="429224"/>
                    <a:pt x="6867391" y="406364"/>
                    <a:pt x="7066781" y="382234"/>
                  </a:cubicBezTo>
                  <a:cubicBezTo>
                    <a:pt x="7248391" y="360644"/>
                    <a:pt x="7430001" y="373344"/>
                    <a:pt x="7587481" y="340324"/>
                  </a:cubicBezTo>
                  <a:cubicBezTo>
                    <a:pt x="7724641" y="311114"/>
                    <a:pt x="7964671" y="245074"/>
                    <a:pt x="7963401" y="209514"/>
                  </a:cubicBezTo>
                  <a:cubicBezTo>
                    <a:pt x="7960861" y="173954"/>
                    <a:pt x="7694160" y="140934"/>
                    <a:pt x="7551921" y="126964"/>
                  </a:cubicBezTo>
                  <a:cubicBezTo>
                    <a:pt x="7398251" y="111724"/>
                    <a:pt x="7258551" y="123154"/>
                    <a:pt x="7069321" y="125694"/>
                  </a:cubicBezTo>
                  <a:cubicBezTo>
                    <a:pt x="6800081" y="129504"/>
                    <a:pt x="6412731" y="139664"/>
                    <a:pt x="6091421" y="159984"/>
                  </a:cubicBezTo>
                  <a:cubicBezTo>
                    <a:pt x="5776461" y="179034"/>
                    <a:pt x="5425941" y="210784"/>
                    <a:pt x="5157971" y="242534"/>
                  </a:cubicBezTo>
                  <a:cubicBezTo>
                    <a:pt x="4956041" y="266664"/>
                    <a:pt x="4797291" y="292064"/>
                    <a:pt x="4625841" y="323814"/>
                  </a:cubicBezTo>
                  <a:cubicBezTo>
                    <a:pt x="4463281" y="353024"/>
                    <a:pt x="4223251" y="384774"/>
                    <a:pt x="4153401" y="424144"/>
                  </a:cubicBezTo>
                  <a:cubicBezTo>
                    <a:pt x="4129271" y="436844"/>
                    <a:pt x="4128001" y="460974"/>
                    <a:pt x="4112761" y="464784"/>
                  </a:cubicBezTo>
                  <a:cubicBezTo>
                    <a:pt x="4101331" y="467324"/>
                    <a:pt x="4083551" y="459704"/>
                    <a:pt x="4073391" y="450814"/>
                  </a:cubicBezTo>
                  <a:cubicBezTo>
                    <a:pt x="4063231" y="443194"/>
                    <a:pt x="4054341" y="426684"/>
                    <a:pt x="4051801" y="413984"/>
                  </a:cubicBezTo>
                  <a:cubicBezTo>
                    <a:pt x="4050531" y="401284"/>
                    <a:pt x="4054341" y="383504"/>
                    <a:pt x="4060691" y="373344"/>
                  </a:cubicBezTo>
                  <a:cubicBezTo>
                    <a:pt x="4068311" y="361914"/>
                    <a:pt x="4074661" y="354294"/>
                    <a:pt x="4094981" y="347944"/>
                  </a:cubicBezTo>
                  <a:cubicBezTo>
                    <a:pt x="4177531" y="322544"/>
                    <a:pt x="4501381" y="377154"/>
                    <a:pt x="4789671" y="382234"/>
                  </a:cubicBezTo>
                  <a:cubicBezTo>
                    <a:pt x="5263381" y="388584"/>
                    <a:pt x="6499091" y="309844"/>
                    <a:pt x="6669271" y="349214"/>
                  </a:cubicBezTo>
                  <a:cubicBezTo>
                    <a:pt x="6698481" y="355564"/>
                    <a:pt x="6708641" y="360644"/>
                    <a:pt x="6717531" y="373344"/>
                  </a:cubicBezTo>
                  <a:cubicBezTo>
                    <a:pt x="6726421" y="387314"/>
                    <a:pt x="6728960" y="412714"/>
                    <a:pt x="6723881" y="426684"/>
                  </a:cubicBezTo>
                  <a:cubicBezTo>
                    <a:pt x="6717531" y="441924"/>
                    <a:pt x="6698481" y="458434"/>
                    <a:pt x="6683241" y="462244"/>
                  </a:cubicBezTo>
                  <a:cubicBezTo>
                    <a:pt x="6668001" y="466054"/>
                    <a:pt x="6642601" y="459704"/>
                    <a:pt x="6631171" y="448274"/>
                  </a:cubicBezTo>
                  <a:cubicBezTo>
                    <a:pt x="6619741" y="438114"/>
                    <a:pt x="6610851" y="413984"/>
                    <a:pt x="6613391" y="397474"/>
                  </a:cubicBezTo>
                  <a:cubicBezTo>
                    <a:pt x="6615931" y="382234"/>
                    <a:pt x="6631171" y="361914"/>
                    <a:pt x="6645141" y="354294"/>
                  </a:cubicBezTo>
                  <a:cubicBezTo>
                    <a:pt x="6660381" y="347944"/>
                    <a:pt x="6685781" y="349214"/>
                    <a:pt x="6699751" y="356834"/>
                  </a:cubicBezTo>
                  <a:cubicBezTo>
                    <a:pt x="6712451" y="365724"/>
                    <a:pt x="6725151" y="388584"/>
                    <a:pt x="6727691" y="402554"/>
                  </a:cubicBezTo>
                  <a:cubicBezTo>
                    <a:pt x="6728960" y="415254"/>
                    <a:pt x="6725151" y="427954"/>
                    <a:pt x="6717531" y="438114"/>
                  </a:cubicBezTo>
                  <a:cubicBezTo>
                    <a:pt x="6708641" y="449544"/>
                    <a:pt x="6699751" y="455894"/>
                    <a:pt x="6670541" y="463514"/>
                  </a:cubicBezTo>
                  <a:cubicBezTo>
                    <a:pt x="6500360" y="509234"/>
                    <a:pt x="5174481" y="499074"/>
                    <a:pt x="4787131" y="496534"/>
                  </a:cubicBezTo>
                  <a:cubicBezTo>
                    <a:pt x="4614411" y="495264"/>
                    <a:pt x="4533131" y="492724"/>
                    <a:pt x="4412481" y="486374"/>
                  </a:cubicBezTo>
                  <a:cubicBezTo>
                    <a:pt x="4299451" y="480024"/>
                    <a:pt x="4134351" y="482564"/>
                    <a:pt x="4084821" y="458434"/>
                  </a:cubicBezTo>
                  <a:cubicBezTo>
                    <a:pt x="4068311" y="450814"/>
                    <a:pt x="4061961" y="439384"/>
                    <a:pt x="4056881" y="427954"/>
                  </a:cubicBezTo>
                  <a:cubicBezTo>
                    <a:pt x="4051801" y="419064"/>
                    <a:pt x="4049261" y="411444"/>
                    <a:pt x="4051801" y="400014"/>
                  </a:cubicBezTo>
                  <a:cubicBezTo>
                    <a:pt x="4056881" y="380964"/>
                    <a:pt x="4075931" y="347944"/>
                    <a:pt x="4101331" y="328894"/>
                  </a:cubicBezTo>
                  <a:cubicBezTo>
                    <a:pt x="4136891" y="302224"/>
                    <a:pt x="4197851" y="294604"/>
                    <a:pt x="4261351" y="278094"/>
                  </a:cubicBezTo>
                  <a:cubicBezTo>
                    <a:pt x="4354061" y="253964"/>
                    <a:pt x="4479791" y="231104"/>
                    <a:pt x="4608061" y="208244"/>
                  </a:cubicBezTo>
                  <a:cubicBezTo>
                    <a:pt x="4768081" y="179034"/>
                    <a:pt x="4942071" y="149824"/>
                    <a:pt x="5147811" y="124424"/>
                  </a:cubicBezTo>
                  <a:cubicBezTo>
                    <a:pt x="5417051" y="92674"/>
                    <a:pt x="5770111" y="59654"/>
                    <a:pt x="6087611" y="40604"/>
                  </a:cubicBezTo>
                  <a:cubicBezTo>
                    <a:pt x="6410191" y="19014"/>
                    <a:pt x="6798810" y="10124"/>
                    <a:pt x="7069321" y="3774"/>
                  </a:cubicBezTo>
                  <a:cubicBezTo>
                    <a:pt x="7261091" y="1234"/>
                    <a:pt x="7400791" y="-2576"/>
                    <a:pt x="7559541" y="2504"/>
                  </a:cubicBezTo>
                  <a:cubicBezTo>
                    <a:pt x="7709401" y="8854"/>
                    <a:pt x="7904981" y="3774"/>
                    <a:pt x="7996421" y="36794"/>
                  </a:cubicBezTo>
                  <a:cubicBezTo>
                    <a:pt x="8045951" y="55844"/>
                    <a:pt x="8081510" y="77434"/>
                    <a:pt x="8096751" y="110454"/>
                  </a:cubicBezTo>
                  <a:cubicBezTo>
                    <a:pt x="8111991" y="142204"/>
                    <a:pt x="8103101" y="196814"/>
                    <a:pt x="8087860" y="231104"/>
                  </a:cubicBezTo>
                  <a:cubicBezTo>
                    <a:pt x="8073891" y="264124"/>
                    <a:pt x="8045951" y="292064"/>
                    <a:pt x="8014201" y="313654"/>
                  </a:cubicBezTo>
                  <a:cubicBezTo>
                    <a:pt x="7979910" y="337784"/>
                    <a:pt x="7939271" y="346674"/>
                    <a:pt x="7888471" y="365724"/>
                  </a:cubicBezTo>
                  <a:cubicBezTo>
                    <a:pt x="7811001" y="392394"/>
                    <a:pt x="7709401" y="433034"/>
                    <a:pt x="7597641" y="454624"/>
                  </a:cubicBezTo>
                  <a:cubicBezTo>
                    <a:pt x="7452860" y="482564"/>
                    <a:pt x="7262360" y="474944"/>
                    <a:pt x="7084560" y="496534"/>
                  </a:cubicBezTo>
                  <a:cubicBezTo>
                    <a:pt x="6888981" y="520664"/>
                    <a:pt x="6701021" y="542254"/>
                    <a:pt x="6471151" y="594324"/>
                  </a:cubicBezTo>
                  <a:cubicBezTo>
                    <a:pt x="6163811" y="662904"/>
                    <a:pt x="5685021" y="830544"/>
                    <a:pt x="5411971" y="902934"/>
                  </a:cubicBezTo>
                  <a:cubicBezTo>
                    <a:pt x="5243061" y="946114"/>
                    <a:pt x="5063991" y="998184"/>
                    <a:pt x="4997951" y="999454"/>
                  </a:cubicBezTo>
                  <a:cubicBezTo>
                    <a:pt x="4976361" y="999454"/>
                    <a:pt x="4967471" y="998184"/>
                    <a:pt x="4956041" y="990564"/>
                  </a:cubicBezTo>
                  <a:cubicBezTo>
                    <a:pt x="4944611" y="984214"/>
                    <a:pt x="4933181" y="968974"/>
                    <a:pt x="4929371" y="956274"/>
                  </a:cubicBezTo>
                  <a:cubicBezTo>
                    <a:pt x="4926831" y="943574"/>
                    <a:pt x="4928101" y="925794"/>
                    <a:pt x="4933181" y="914364"/>
                  </a:cubicBezTo>
                  <a:cubicBezTo>
                    <a:pt x="4938261" y="902934"/>
                    <a:pt x="4944611" y="894044"/>
                    <a:pt x="4963661" y="885154"/>
                  </a:cubicBezTo>
                  <a:cubicBezTo>
                    <a:pt x="5030971" y="849594"/>
                    <a:pt x="5321801" y="807684"/>
                    <a:pt x="5497061" y="775934"/>
                  </a:cubicBezTo>
                  <a:cubicBezTo>
                    <a:pt x="5664701" y="746724"/>
                    <a:pt x="5829801" y="714974"/>
                    <a:pt x="5993631" y="701004"/>
                  </a:cubicBezTo>
                  <a:cubicBezTo>
                    <a:pt x="6151111" y="687034"/>
                    <a:pt x="6316211" y="698464"/>
                    <a:pt x="6459721" y="688304"/>
                  </a:cubicBezTo>
                  <a:cubicBezTo>
                    <a:pt x="6586721" y="679414"/>
                    <a:pt x="6755631" y="640044"/>
                    <a:pt x="6814051" y="646394"/>
                  </a:cubicBezTo>
                  <a:cubicBezTo>
                    <a:pt x="6833101" y="648934"/>
                    <a:pt x="6843260" y="652744"/>
                    <a:pt x="6852151" y="660364"/>
                  </a:cubicBezTo>
                  <a:cubicBezTo>
                    <a:pt x="6862310" y="667984"/>
                    <a:pt x="6869931" y="683224"/>
                    <a:pt x="6872471" y="695924"/>
                  </a:cubicBezTo>
                  <a:cubicBezTo>
                    <a:pt x="6873741" y="708624"/>
                    <a:pt x="6871201" y="725134"/>
                    <a:pt x="6863581" y="735294"/>
                  </a:cubicBezTo>
                  <a:cubicBezTo>
                    <a:pt x="6854691" y="747994"/>
                    <a:pt x="6843260" y="754344"/>
                    <a:pt x="6816591" y="761964"/>
                  </a:cubicBezTo>
                  <a:cubicBezTo>
                    <a:pt x="6711181" y="789904"/>
                    <a:pt x="6250171" y="764504"/>
                    <a:pt x="5965691" y="773394"/>
                  </a:cubicBezTo>
                  <a:cubicBezTo>
                    <a:pt x="5682481" y="781014"/>
                    <a:pt x="5425941" y="806414"/>
                    <a:pt x="5114791" y="810224"/>
                  </a:cubicBezTo>
                  <a:cubicBezTo>
                    <a:pt x="4736331" y="815304"/>
                    <a:pt x="4261351" y="792444"/>
                    <a:pt x="3856221" y="789904"/>
                  </a:cubicBezTo>
                  <a:cubicBezTo>
                    <a:pt x="3477761" y="788634"/>
                    <a:pt x="3068821" y="806414"/>
                    <a:pt x="2760211" y="796254"/>
                  </a:cubicBezTo>
                  <a:cubicBezTo>
                    <a:pt x="2534151" y="789904"/>
                    <a:pt x="2365241" y="773394"/>
                    <a:pt x="2174741" y="756884"/>
                  </a:cubicBezTo>
                  <a:cubicBezTo>
                    <a:pt x="1990591" y="739104"/>
                    <a:pt x="1699761" y="736564"/>
                    <a:pt x="1632451" y="695924"/>
                  </a:cubicBezTo>
                  <a:cubicBezTo>
                    <a:pt x="1610861" y="681954"/>
                    <a:pt x="1604511" y="662904"/>
                    <a:pt x="1601971" y="648934"/>
                  </a:cubicBezTo>
                  <a:cubicBezTo>
                    <a:pt x="1599431" y="638774"/>
                    <a:pt x="1601971" y="629884"/>
                    <a:pt x="1605781" y="620994"/>
                  </a:cubicBezTo>
                  <a:cubicBezTo>
                    <a:pt x="1610861" y="609564"/>
                    <a:pt x="1615941" y="600674"/>
                    <a:pt x="1634991" y="590514"/>
                  </a:cubicBezTo>
                  <a:cubicBezTo>
                    <a:pt x="1711191" y="544794"/>
                    <a:pt x="2108701" y="462244"/>
                    <a:pt x="2323331" y="413984"/>
                  </a:cubicBezTo>
                  <a:cubicBezTo>
                    <a:pt x="2510021" y="372074"/>
                    <a:pt x="2664961" y="332704"/>
                    <a:pt x="2850381" y="308574"/>
                  </a:cubicBezTo>
                  <a:cubicBezTo>
                    <a:pt x="3052311" y="283174"/>
                    <a:pt x="3341871" y="285714"/>
                    <a:pt x="3493001" y="270474"/>
                  </a:cubicBezTo>
                  <a:cubicBezTo>
                    <a:pt x="3574281" y="262854"/>
                    <a:pt x="3647941" y="238724"/>
                    <a:pt x="3680961" y="243804"/>
                  </a:cubicBezTo>
                  <a:cubicBezTo>
                    <a:pt x="3694931" y="246344"/>
                    <a:pt x="3700011" y="248884"/>
                    <a:pt x="3707631" y="256504"/>
                  </a:cubicBezTo>
                  <a:cubicBezTo>
                    <a:pt x="3716521" y="264124"/>
                    <a:pt x="3726681" y="279364"/>
                    <a:pt x="3729221" y="293334"/>
                  </a:cubicBezTo>
                  <a:cubicBezTo>
                    <a:pt x="3730491" y="306034"/>
                    <a:pt x="3726681" y="323814"/>
                    <a:pt x="3720331" y="335244"/>
                  </a:cubicBezTo>
                  <a:cubicBezTo>
                    <a:pt x="3715251" y="344134"/>
                    <a:pt x="3711441" y="347944"/>
                    <a:pt x="3700011" y="354294"/>
                  </a:cubicBezTo>
                  <a:cubicBezTo>
                    <a:pt x="3661911" y="377154"/>
                    <a:pt x="3528561" y="411444"/>
                    <a:pt x="3433311" y="435574"/>
                  </a:cubicBezTo>
                  <a:cubicBezTo>
                    <a:pt x="3324091" y="463514"/>
                    <a:pt x="3241541" y="485104"/>
                    <a:pt x="3080251" y="507964"/>
                  </a:cubicBezTo>
                  <a:cubicBezTo>
                    <a:pt x="2732271" y="557494"/>
                    <a:pt x="1908041" y="627344"/>
                    <a:pt x="1425441" y="643854"/>
                  </a:cubicBezTo>
                  <a:cubicBezTo>
                    <a:pt x="1053331" y="656554"/>
                    <a:pt x="668521" y="643854"/>
                    <a:pt x="432301" y="631154"/>
                  </a:cubicBezTo>
                  <a:cubicBezTo>
                    <a:pt x="300221" y="623534"/>
                    <a:pt x="196081" y="624804"/>
                    <a:pt x="124961" y="599404"/>
                  </a:cubicBezTo>
                  <a:cubicBezTo>
                    <a:pt x="81781" y="585434"/>
                    <a:pt x="51301" y="558764"/>
                    <a:pt x="29711" y="539714"/>
                  </a:cubicBezTo>
                  <a:cubicBezTo>
                    <a:pt x="17011" y="528284"/>
                    <a:pt x="6851" y="516854"/>
                    <a:pt x="3041" y="504154"/>
                  </a:cubicBezTo>
                  <a:cubicBezTo>
                    <a:pt x="-769" y="495264"/>
                    <a:pt x="-769" y="485104"/>
                    <a:pt x="1771" y="474944"/>
                  </a:cubicBezTo>
                  <a:cubicBezTo>
                    <a:pt x="4311" y="462244"/>
                    <a:pt x="14471" y="445734"/>
                    <a:pt x="24631" y="436844"/>
                  </a:cubicBezTo>
                  <a:cubicBezTo>
                    <a:pt x="36061" y="427954"/>
                    <a:pt x="55111" y="424144"/>
                    <a:pt x="67811" y="424144"/>
                  </a:cubicBezTo>
                  <a:cubicBezTo>
                    <a:pt x="77971" y="424144"/>
                    <a:pt x="97021" y="433034"/>
                    <a:pt x="97021" y="43303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5793105" y="670560"/>
            <a:ext cx="4894897" cy="906780"/>
            <a:chOff x="0" y="0"/>
            <a:chExt cx="6526530" cy="1209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604" y="50037"/>
              <a:ext cx="6426352" cy="1110040"/>
            </a:xfrm>
            <a:custGeom>
              <a:avLst/>
              <a:gdLst/>
              <a:ahLst/>
              <a:cxnLst/>
              <a:rect r="r" b="b" t="t" l="l"/>
              <a:pathLst>
                <a:path h="1110040" w="6426352">
                  <a:moveTo>
                    <a:pt x="4175956" y="437643"/>
                  </a:moveTo>
                  <a:cubicBezTo>
                    <a:pt x="4402016" y="451613"/>
                    <a:pt x="4407096" y="456693"/>
                    <a:pt x="4412176" y="465583"/>
                  </a:cubicBezTo>
                  <a:cubicBezTo>
                    <a:pt x="4418526" y="477013"/>
                    <a:pt x="4423606" y="496063"/>
                    <a:pt x="4422336" y="510033"/>
                  </a:cubicBezTo>
                  <a:cubicBezTo>
                    <a:pt x="4422336" y="520193"/>
                    <a:pt x="4418526" y="529083"/>
                    <a:pt x="4412176" y="537973"/>
                  </a:cubicBezTo>
                  <a:cubicBezTo>
                    <a:pt x="4404556" y="548133"/>
                    <a:pt x="4396936" y="555753"/>
                    <a:pt x="4375346" y="563373"/>
                  </a:cubicBezTo>
                  <a:cubicBezTo>
                    <a:pt x="4286446" y="591313"/>
                    <a:pt x="3909256" y="560833"/>
                    <a:pt x="3633666" y="574803"/>
                  </a:cubicBezTo>
                  <a:cubicBezTo>
                    <a:pt x="3284416" y="593853"/>
                    <a:pt x="2811976" y="644653"/>
                    <a:pt x="2448756" y="682753"/>
                  </a:cubicBezTo>
                  <a:cubicBezTo>
                    <a:pt x="2138876" y="714503"/>
                    <a:pt x="1873446" y="739903"/>
                    <a:pt x="1587696" y="785623"/>
                  </a:cubicBezTo>
                  <a:cubicBezTo>
                    <a:pt x="1300676" y="831343"/>
                    <a:pt x="997146" y="897383"/>
                    <a:pt x="729176" y="954533"/>
                  </a:cubicBezTo>
                  <a:cubicBezTo>
                    <a:pt x="490416" y="1005333"/>
                    <a:pt x="142436" y="1114553"/>
                    <a:pt x="57346" y="1108203"/>
                  </a:cubicBezTo>
                  <a:cubicBezTo>
                    <a:pt x="35756" y="1106933"/>
                    <a:pt x="28136" y="1101853"/>
                    <a:pt x="19246" y="1092963"/>
                  </a:cubicBezTo>
                  <a:cubicBezTo>
                    <a:pt x="9086" y="1084073"/>
                    <a:pt x="1466" y="1068833"/>
                    <a:pt x="196" y="1056133"/>
                  </a:cubicBezTo>
                  <a:cubicBezTo>
                    <a:pt x="-1074" y="1043433"/>
                    <a:pt x="4006" y="1026923"/>
                    <a:pt x="10356" y="1016763"/>
                  </a:cubicBezTo>
                  <a:cubicBezTo>
                    <a:pt x="17976" y="1006603"/>
                    <a:pt x="25596" y="1001523"/>
                    <a:pt x="44646" y="993903"/>
                  </a:cubicBezTo>
                  <a:cubicBezTo>
                    <a:pt x="118306" y="967233"/>
                    <a:pt x="350716" y="964693"/>
                    <a:pt x="613606" y="926593"/>
                  </a:cubicBezTo>
                  <a:cubicBezTo>
                    <a:pt x="1218126" y="842773"/>
                    <a:pt x="2763716" y="587503"/>
                    <a:pt x="3585406" y="441453"/>
                  </a:cubicBezTo>
                  <a:cubicBezTo>
                    <a:pt x="4170876" y="337313"/>
                    <a:pt x="4943036" y="153163"/>
                    <a:pt x="5086546" y="151893"/>
                  </a:cubicBezTo>
                  <a:cubicBezTo>
                    <a:pt x="5110676" y="150623"/>
                    <a:pt x="5117026" y="150623"/>
                    <a:pt x="5128456" y="158243"/>
                  </a:cubicBezTo>
                  <a:cubicBezTo>
                    <a:pt x="5141156" y="167133"/>
                    <a:pt x="5155126" y="189993"/>
                    <a:pt x="5157666" y="206503"/>
                  </a:cubicBezTo>
                  <a:cubicBezTo>
                    <a:pt x="5158936" y="220473"/>
                    <a:pt x="5153856" y="236983"/>
                    <a:pt x="5144966" y="247143"/>
                  </a:cubicBezTo>
                  <a:cubicBezTo>
                    <a:pt x="5137346" y="257303"/>
                    <a:pt x="5130996" y="261113"/>
                    <a:pt x="5109406" y="268733"/>
                  </a:cubicBezTo>
                  <a:cubicBezTo>
                    <a:pt x="5000186" y="306833"/>
                    <a:pt x="4352486" y="346203"/>
                    <a:pt x="4055306" y="402083"/>
                  </a:cubicBezTo>
                  <a:cubicBezTo>
                    <a:pt x="3833056" y="445263"/>
                    <a:pt x="3669226" y="504953"/>
                    <a:pt x="3477456" y="548133"/>
                  </a:cubicBezTo>
                  <a:cubicBezTo>
                    <a:pt x="3292036" y="592583"/>
                    <a:pt x="3026606" y="623063"/>
                    <a:pt x="2923736" y="666243"/>
                  </a:cubicBezTo>
                  <a:cubicBezTo>
                    <a:pt x="2879286" y="685293"/>
                    <a:pt x="2860236" y="714503"/>
                    <a:pt x="2834836" y="723393"/>
                  </a:cubicBezTo>
                  <a:cubicBezTo>
                    <a:pt x="2819596" y="729743"/>
                    <a:pt x="2804356" y="731013"/>
                    <a:pt x="2791656" y="728473"/>
                  </a:cubicBezTo>
                  <a:cubicBezTo>
                    <a:pt x="2781496" y="727203"/>
                    <a:pt x="2773876" y="722123"/>
                    <a:pt x="2766256" y="714503"/>
                  </a:cubicBezTo>
                  <a:cubicBezTo>
                    <a:pt x="2757366" y="705613"/>
                    <a:pt x="2748476" y="690373"/>
                    <a:pt x="2745936" y="676403"/>
                  </a:cubicBezTo>
                  <a:cubicBezTo>
                    <a:pt x="2744666" y="662433"/>
                    <a:pt x="2751016" y="644653"/>
                    <a:pt x="2757366" y="634493"/>
                  </a:cubicBezTo>
                  <a:cubicBezTo>
                    <a:pt x="2762446" y="625603"/>
                    <a:pt x="2764986" y="620523"/>
                    <a:pt x="2778956" y="615443"/>
                  </a:cubicBezTo>
                  <a:cubicBezTo>
                    <a:pt x="2866586" y="582423"/>
                    <a:pt x="3433006" y="638303"/>
                    <a:pt x="3810196" y="621793"/>
                  </a:cubicBezTo>
                  <a:cubicBezTo>
                    <a:pt x="4268666" y="601473"/>
                    <a:pt x="4876996" y="527813"/>
                    <a:pt x="5334196" y="479553"/>
                  </a:cubicBezTo>
                  <a:cubicBezTo>
                    <a:pt x="5711386" y="440183"/>
                    <a:pt x="6249866" y="351283"/>
                    <a:pt x="6362896" y="358903"/>
                  </a:cubicBezTo>
                  <a:cubicBezTo>
                    <a:pt x="6384486" y="360173"/>
                    <a:pt x="6392106" y="361443"/>
                    <a:pt x="6402266" y="369063"/>
                  </a:cubicBezTo>
                  <a:cubicBezTo>
                    <a:pt x="6412426" y="375413"/>
                    <a:pt x="6422586" y="389383"/>
                    <a:pt x="6425126" y="402083"/>
                  </a:cubicBezTo>
                  <a:cubicBezTo>
                    <a:pt x="6427666" y="417323"/>
                    <a:pt x="6421316" y="442723"/>
                    <a:pt x="6412426" y="454153"/>
                  </a:cubicBezTo>
                  <a:cubicBezTo>
                    <a:pt x="6403536" y="464313"/>
                    <a:pt x="6392106" y="469393"/>
                    <a:pt x="6375596" y="473203"/>
                  </a:cubicBezTo>
                  <a:cubicBezTo>
                    <a:pt x="6345116" y="479553"/>
                    <a:pt x="6305746" y="465583"/>
                    <a:pt x="6235896" y="466853"/>
                  </a:cubicBezTo>
                  <a:cubicBezTo>
                    <a:pt x="6018726" y="468123"/>
                    <a:pt x="5332926" y="532893"/>
                    <a:pt x="4911286" y="549403"/>
                  </a:cubicBezTo>
                  <a:cubicBezTo>
                    <a:pt x="4526476" y="564643"/>
                    <a:pt x="4240726" y="545593"/>
                    <a:pt x="3806386" y="567183"/>
                  </a:cubicBezTo>
                  <a:cubicBezTo>
                    <a:pt x="3180276" y="597663"/>
                    <a:pt x="1672786" y="809753"/>
                    <a:pt x="1515306" y="755143"/>
                  </a:cubicBezTo>
                  <a:cubicBezTo>
                    <a:pt x="1493716" y="747523"/>
                    <a:pt x="1489906" y="737363"/>
                    <a:pt x="1483556" y="725933"/>
                  </a:cubicBezTo>
                  <a:cubicBezTo>
                    <a:pt x="1478476" y="713233"/>
                    <a:pt x="1475936" y="695453"/>
                    <a:pt x="1479746" y="682753"/>
                  </a:cubicBezTo>
                  <a:cubicBezTo>
                    <a:pt x="1483556" y="670053"/>
                    <a:pt x="1494986" y="656083"/>
                    <a:pt x="1505146" y="648463"/>
                  </a:cubicBezTo>
                  <a:cubicBezTo>
                    <a:pt x="1512766" y="643383"/>
                    <a:pt x="1517846" y="642113"/>
                    <a:pt x="1531816" y="639573"/>
                  </a:cubicBezTo>
                  <a:cubicBezTo>
                    <a:pt x="1596586" y="626873"/>
                    <a:pt x="1850586" y="630683"/>
                    <a:pt x="2046166" y="607823"/>
                  </a:cubicBezTo>
                  <a:cubicBezTo>
                    <a:pt x="2309056" y="578613"/>
                    <a:pt x="2681166" y="498603"/>
                    <a:pt x="2963106" y="456693"/>
                  </a:cubicBezTo>
                  <a:cubicBezTo>
                    <a:pt x="3203136" y="421133"/>
                    <a:pt x="3402526" y="404623"/>
                    <a:pt x="3633666" y="369063"/>
                  </a:cubicBezTo>
                  <a:cubicBezTo>
                    <a:pt x="3883856" y="329693"/>
                    <a:pt x="4174686" y="276353"/>
                    <a:pt x="4412176" y="228093"/>
                  </a:cubicBezTo>
                  <a:cubicBezTo>
                    <a:pt x="4614106" y="186183"/>
                    <a:pt x="4824926" y="136653"/>
                    <a:pt x="4972246" y="99823"/>
                  </a:cubicBezTo>
                  <a:cubicBezTo>
                    <a:pt x="5067496" y="75693"/>
                    <a:pt x="5156396" y="55373"/>
                    <a:pt x="5208466" y="33783"/>
                  </a:cubicBezTo>
                  <a:cubicBezTo>
                    <a:pt x="5235136" y="22353"/>
                    <a:pt x="5247836" y="3303"/>
                    <a:pt x="5266886" y="763"/>
                  </a:cubicBezTo>
                  <a:cubicBezTo>
                    <a:pt x="5280855" y="-507"/>
                    <a:pt x="5296096" y="5843"/>
                    <a:pt x="5306255" y="14733"/>
                  </a:cubicBezTo>
                  <a:cubicBezTo>
                    <a:pt x="5316416" y="23623"/>
                    <a:pt x="5325305" y="38863"/>
                    <a:pt x="5327846" y="51563"/>
                  </a:cubicBezTo>
                  <a:cubicBezTo>
                    <a:pt x="5329116" y="65533"/>
                    <a:pt x="5325305" y="82043"/>
                    <a:pt x="5318955" y="93473"/>
                  </a:cubicBezTo>
                  <a:cubicBezTo>
                    <a:pt x="5311336" y="104903"/>
                    <a:pt x="5304986" y="108713"/>
                    <a:pt x="5284666" y="118873"/>
                  </a:cubicBezTo>
                  <a:cubicBezTo>
                    <a:pt x="5179255" y="165863"/>
                    <a:pt x="4507426" y="280163"/>
                    <a:pt x="4253426" y="343663"/>
                  </a:cubicBezTo>
                  <a:cubicBezTo>
                    <a:pt x="4102296" y="380493"/>
                    <a:pt x="3991806" y="412243"/>
                    <a:pt x="3895286" y="442723"/>
                  </a:cubicBezTo>
                  <a:cubicBezTo>
                    <a:pt x="3827976" y="464313"/>
                    <a:pt x="3769556" y="479553"/>
                    <a:pt x="3725106" y="506223"/>
                  </a:cubicBezTo>
                  <a:cubicBezTo>
                    <a:pt x="3692086" y="525273"/>
                    <a:pt x="3667956" y="568453"/>
                    <a:pt x="3647636" y="574803"/>
                  </a:cubicBezTo>
                  <a:cubicBezTo>
                    <a:pt x="3636206" y="578613"/>
                    <a:pt x="3628586" y="576073"/>
                    <a:pt x="3618426" y="570993"/>
                  </a:cubicBezTo>
                  <a:cubicBezTo>
                    <a:pt x="3608266" y="565913"/>
                    <a:pt x="3593026" y="555753"/>
                    <a:pt x="3587946" y="543053"/>
                  </a:cubicBezTo>
                  <a:cubicBezTo>
                    <a:pt x="3581596" y="529083"/>
                    <a:pt x="3581596" y="502413"/>
                    <a:pt x="3587946" y="487173"/>
                  </a:cubicBezTo>
                  <a:cubicBezTo>
                    <a:pt x="3593026" y="475743"/>
                    <a:pt x="3605726" y="463043"/>
                    <a:pt x="3619696" y="459233"/>
                  </a:cubicBezTo>
                  <a:cubicBezTo>
                    <a:pt x="3641286" y="455423"/>
                    <a:pt x="3675576" y="484633"/>
                    <a:pt x="3711136" y="490983"/>
                  </a:cubicBezTo>
                  <a:cubicBezTo>
                    <a:pt x="3758126" y="498603"/>
                    <a:pt x="3800036" y="497333"/>
                    <a:pt x="3877506" y="494793"/>
                  </a:cubicBezTo>
                  <a:cubicBezTo>
                    <a:pt x="4051496" y="490983"/>
                    <a:pt x="4532826" y="452883"/>
                    <a:pt x="4732216" y="430023"/>
                  </a:cubicBezTo>
                  <a:cubicBezTo>
                    <a:pt x="4841436" y="418593"/>
                    <a:pt x="4907476" y="410973"/>
                    <a:pt x="4983676" y="393193"/>
                  </a:cubicBezTo>
                  <a:cubicBezTo>
                    <a:pt x="5048446" y="376683"/>
                    <a:pt x="5125916" y="325883"/>
                    <a:pt x="5162746" y="328423"/>
                  </a:cubicBezTo>
                  <a:cubicBezTo>
                    <a:pt x="5180526" y="329693"/>
                    <a:pt x="5191956" y="339853"/>
                    <a:pt x="5200846" y="348743"/>
                  </a:cubicBezTo>
                  <a:cubicBezTo>
                    <a:pt x="5208466" y="355093"/>
                    <a:pt x="5212276" y="363983"/>
                    <a:pt x="5214816" y="374143"/>
                  </a:cubicBezTo>
                  <a:cubicBezTo>
                    <a:pt x="5216086" y="385573"/>
                    <a:pt x="5214816" y="404623"/>
                    <a:pt x="5209736" y="416053"/>
                  </a:cubicBezTo>
                  <a:cubicBezTo>
                    <a:pt x="5205926" y="424943"/>
                    <a:pt x="5202116" y="431293"/>
                    <a:pt x="5190686" y="437643"/>
                  </a:cubicBezTo>
                  <a:cubicBezTo>
                    <a:pt x="5151316" y="459233"/>
                    <a:pt x="4944306" y="487173"/>
                    <a:pt x="4889696" y="487173"/>
                  </a:cubicBezTo>
                  <a:cubicBezTo>
                    <a:pt x="4869376" y="487173"/>
                    <a:pt x="4860486" y="487173"/>
                    <a:pt x="4847786" y="480823"/>
                  </a:cubicBezTo>
                  <a:cubicBezTo>
                    <a:pt x="4836356" y="474473"/>
                    <a:pt x="4823656" y="463043"/>
                    <a:pt x="4818576" y="450343"/>
                  </a:cubicBezTo>
                  <a:cubicBezTo>
                    <a:pt x="4812226" y="433833"/>
                    <a:pt x="4812226" y="403353"/>
                    <a:pt x="4821116" y="388113"/>
                  </a:cubicBezTo>
                  <a:cubicBezTo>
                    <a:pt x="4831276" y="371603"/>
                    <a:pt x="4857946" y="357633"/>
                    <a:pt x="4874456" y="355093"/>
                  </a:cubicBezTo>
                  <a:cubicBezTo>
                    <a:pt x="4888426" y="352553"/>
                    <a:pt x="4904936" y="358903"/>
                    <a:pt x="4916366" y="366523"/>
                  </a:cubicBezTo>
                  <a:cubicBezTo>
                    <a:pt x="4926526" y="374143"/>
                    <a:pt x="4937956" y="385573"/>
                    <a:pt x="4941766" y="399543"/>
                  </a:cubicBezTo>
                  <a:cubicBezTo>
                    <a:pt x="4945576" y="416053"/>
                    <a:pt x="4941766" y="446533"/>
                    <a:pt x="4931606" y="461773"/>
                  </a:cubicBezTo>
                  <a:cubicBezTo>
                    <a:pt x="4923986" y="473203"/>
                    <a:pt x="4910016" y="482093"/>
                    <a:pt x="4897316" y="485903"/>
                  </a:cubicBezTo>
                  <a:cubicBezTo>
                    <a:pt x="4884616" y="488443"/>
                    <a:pt x="4866836" y="488443"/>
                    <a:pt x="4854136" y="483363"/>
                  </a:cubicBezTo>
                  <a:cubicBezTo>
                    <a:pt x="4842706" y="478283"/>
                    <a:pt x="4828736" y="468123"/>
                    <a:pt x="4822386" y="456693"/>
                  </a:cubicBezTo>
                  <a:cubicBezTo>
                    <a:pt x="4814766" y="445263"/>
                    <a:pt x="4809686" y="428753"/>
                    <a:pt x="4812226" y="414783"/>
                  </a:cubicBezTo>
                  <a:cubicBezTo>
                    <a:pt x="4816036" y="398273"/>
                    <a:pt x="4827466" y="375413"/>
                    <a:pt x="4847786" y="362713"/>
                  </a:cubicBezTo>
                  <a:cubicBezTo>
                    <a:pt x="4879536" y="342393"/>
                    <a:pt x="4953196" y="342393"/>
                    <a:pt x="5006536" y="336043"/>
                  </a:cubicBezTo>
                  <a:cubicBezTo>
                    <a:pt x="5058606" y="330963"/>
                    <a:pt x="5132266" y="324613"/>
                    <a:pt x="5162746" y="328423"/>
                  </a:cubicBezTo>
                  <a:cubicBezTo>
                    <a:pt x="5175446" y="330963"/>
                    <a:pt x="5181796" y="333503"/>
                    <a:pt x="5189416" y="338583"/>
                  </a:cubicBezTo>
                  <a:cubicBezTo>
                    <a:pt x="5199576" y="346203"/>
                    <a:pt x="5212276" y="360173"/>
                    <a:pt x="5214816" y="374143"/>
                  </a:cubicBezTo>
                  <a:cubicBezTo>
                    <a:pt x="5217356" y="389383"/>
                    <a:pt x="5216086" y="412243"/>
                    <a:pt x="5200846" y="428753"/>
                  </a:cubicBezTo>
                  <a:cubicBezTo>
                    <a:pt x="5172906" y="460503"/>
                    <a:pt x="5072576" y="487173"/>
                    <a:pt x="5001456" y="506223"/>
                  </a:cubicBezTo>
                  <a:cubicBezTo>
                    <a:pt x="4921446" y="527813"/>
                    <a:pt x="4854136" y="532893"/>
                    <a:pt x="4742376" y="545593"/>
                  </a:cubicBezTo>
                  <a:cubicBezTo>
                    <a:pt x="4537906" y="569723"/>
                    <a:pt x="4073086" y="620523"/>
                    <a:pt x="3871156" y="612903"/>
                  </a:cubicBezTo>
                  <a:cubicBezTo>
                    <a:pt x="3760666" y="607823"/>
                    <a:pt x="3661606" y="591313"/>
                    <a:pt x="3618426" y="570993"/>
                  </a:cubicBezTo>
                  <a:cubicBezTo>
                    <a:pt x="3601916" y="563373"/>
                    <a:pt x="3593026" y="555753"/>
                    <a:pt x="3587946" y="543053"/>
                  </a:cubicBezTo>
                  <a:cubicBezTo>
                    <a:pt x="3581596" y="529083"/>
                    <a:pt x="3579056" y="506223"/>
                    <a:pt x="3587946" y="487173"/>
                  </a:cubicBezTo>
                  <a:cubicBezTo>
                    <a:pt x="3600646" y="459233"/>
                    <a:pt x="3642556" y="424943"/>
                    <a:pt x="3681926" y="400813"/>
                  </a:cubicBezTo>
                  <a:cubicBezTo>
                    <a:pt x="3730186" y="370333"/>
                    <a:pt x="3792416" y="356363"/>
                    <a:pt x="3864806" y="332233"/>
                  </a:cubicBezTo>
                  <a:cubicBezTo>
                    <a:pt x="3965136" y="300483"/>
                    <a:pt x="4075626" y="270003"/>
                    <a:pt x="4228026" y="231903"/>
                  </a:cubicBezTo>
                  <a:cubicBezTo>
                    <a:pt x="4484566" y="168403"/>
                    <a:pt x="5142426" y="-13207"/>
                    <a:pt x="5266886" y="763"/>
                  </a:cubicBezTo>
                  <a:cubicBezTo>
                    <a:pt x="5294826" y="4573"/>
                    <a:pt x="5306256" y="13463"/>
                    <a:pt x="5316416" y="24893"/>
                  </a:cubicBezTo>
                  <a:cubicBezTo>
                    <a:pt x="5325306" y="36323"/>
                    <a:pt x="5329116" y="52833"/>
                    <a:pt x="5327846" y="66803"/>
                  </a:cubicBezTo>
                  <a:cubicBezTo>
                    <a:pt x="5326576" y="79503"/>
                    <a:pt x="5320226" y="93473"/>
                    <a:pt x="5308796" y="104903"/>
                  </a:cubicBezTo>
                  <a:cubicBezTo>
                    <a:pt x="5294826" y="120143"/>
                    <a:pt x="5277046" y="129033"/>
                    <a:pt x="5240216" y="144273"/>
                  </a:cubicBezTo>
                  <a:cubicBezTo>
                    <a:pt x="5119566" y="192533"/>
                    <a:pt x="4700466" y="285243"/>
                    <a:pt x="4432496" y="341123"/>
                  </a:cubicBezTo>
                  <a:cubicBezTo>
                    <a:pt x="4169606" y="397003"/>
                    <a:pt x="3900366" y="443993"/>
                    <a:pt x="3648906" y="483363"/>
                  </a:cubicBezTo>
                  <a:cubicBezTo>
                    <a:pt x="3417766" y="520193"/>
                    <a:pt x="3222186" y="535433"/>
                    <a:pt x="2982156" y="570993"/>
                  </a:cubicBezTo>
                  <a:cubicBezTo>
                    <a:pt x="2697676" y="614173"/>
                    <a:pt x="2321756" y="695453"/>
                    <a:pt x="2053786" y="724663"/>
                  </a:cubicBezTo>
                  <a:cubicBezTo>
                    <a:pt x="1850586" y="747523"/>
                    <a:pt x="1582616" y="779273"/>
                    <a:pt x="1515306" y="755143"/>
                  </a:cubicBezTo>
                  <a:cubicBezTo>
                    <a:pt x="1496256" y="747523"/>
                    <a:pt x="1489906" y="737363"/>
                    <a:pt x="1483556" y="725933"/>
                  </a:cubicBezTo>
                  <a:cubicBezTo>
                    <a:pt x="1478476" y="713233"/>
                    <a:pt x="1475936" y="695453"/>
                    <a:pt x="1479746" y="682753"/>
                  </a:cubicBezTo>
                  <a:cubicBezTo>
                    <a:pt x="1483556" y="670053"/>
                    <a:pt x="1493716" y="656083"/>
                    <a:pt x="1505146" y="648463"/>
                  </a:cubicBezTo>
                  <a:cubicBezTo>
                    <a:pt x="1516576" y="640843"/>
                    <a:pt x="1522926" y="640843"/>
                    <a:pt x="1549596" y="635763"/>
                  </a:cubicBezTo>
                  <a:cubicBezTo>
                    <a:pt x="1733746" y="601473"/>
                    <a:pt x="3186626" y="480823"/>
                    <a:pt x="3805116" y="451613"/>
                  </a:cubicBezTo>
                  <a:cubicBezTo>
                    <a:pt x="4235646" y="430023"/>
                    <a:pt x="4520126" y="449073"/>
                    <a:pt x="4904936" y="433833"/>
                  </a:cubicBezTo>
                  <a:cubicBezTo>
                    <a:pt x="5329116" y="416053"/>
                    <a:pt x="6030156" y="347473"/>
                    <a:pt x="6243516" y="348743"/>
                  </a:cubicBezTo>
                  <a:cubicBezTo>
                    <a:pt x="6310826" y="348743"/>
                    <a:pt x="6346386" y="350013"/>
                    <a:pt x="6375596" y="358903"/>
                  </a:cubicBezTo>
                  <a:cubicBezTo>
                    <a:pt x="6392106" y="363983"/>
                    <a:pt x="6403536" y="369063"/>
                    <a:pt x="6412426" y="377953"/>
                  </a:cubicBezTo>
                  <a:cubicBezTo>
                    <a:pt x="6418776" y="384303"/>
                    <a:pt x="6423856" y="393193"/>
                    <a:pt x="6425126" y="402083"/>
                  </a:cubicBezTo>
                  <a:cubicBezTo>
                    <a:pt x="6427666" y="413513"/>
                    <a:pt x="6426396" y="431293"/>
                    <a:pt x="6420046" y="442723"/>
                  </a:cubicBezTo>
                  <a:cubicBezTo>
                    <a:pt x="6412426" y="455423"/>
                    <a:pt x="6402266" y="463043"/>
                    <a:pt x="6375596" y="473203"/>
                  </a:cubicBezTo>
                  <a:cubicBezTo>
                    <a:pt x="6260026" y="517653"/>
                    <a:pt x="5724086" y="555753"/>
                    <a:pt x="5345626" y="595123"/>
                  </a:cubicBezTo>
                  <a:cubicBezTo>
                    <a:pt x="4884616" y="644653"/>
                    <a:pt x="4269936" y="722123"/>
                    <a:pt x="3810196" y="741173"/>
                  </a:cubicBezTo>
                  <a:cubicBezTo>
                    <a:pt x="3435546" y="756413"/>
                    <a:pt x="2904686" y="772923"/>
                    <a:pt x="2791656" y="728473"/>
                  </a:cubicBezTo>
                  <a:cubicBezTo>
                    <a:pt x="2764986" y="718313"/>
                    <a:pt x="2756096" y="706883"/>
                    <a:pt x="2749746" y="690373"/>
                  </a:cubicBezTo>
                  <a:cubicBezTo>
                    <a:pt x="2743396" y="675133"/>
                    <a:pt x="2744666" y="652273"/>
                    <a:pt x="2757366" y="634493"/>
                  </a:cubicBezTo>
                  <a:cubicBezTo>
                    <a:pt x="2776416" y="604013"/>
                    <a:pt x="2832296" y="579883"/>
                    <a:pt x="2897066" y="554483"/>
                  </a:cubicBezTo>
                  <a:cubicBezTo>
                    <a:pt x="3017716" y="508763"/>
                    <a:pt x="3262826" y="480823"/>
                    <a:pt x="3449516" y="437643"/>
                  </a:cubicBezTo>
                  <a:cubicBezTo>
                    <a:pt x="3643826" y="393193"/>
                    <a:pt x="3822896" y="329693"/>
                    <a:pt x="4041336" y="289053"/>
                  </a:cubicBezTo>
                  <a:cubicBezTo>
                    <a:pt x="4308036" y="239523"/>
                    <a:pt x="4765236" y="211583"/>
                    <a:pt x="4937956" y="182373"/>
                  </a:cubicBezTo>
                  <a:cubicBezTo>
                    <a:pt x="5009076" y="170943"/>
                    <a:pt x="5052256" y="151893"/>
                    <a:pt x="5086546" y="151893"/>
                  </a:cubicBezTo>
                  <a:cubicBezTo>
                    <a:pt x="5104326" y="150623"/>
                    <a:pt x="5117026" y="150623"/>
                    <a:pt x="5128456" y="158243"/>
                  </a:cubicBezTo>
                  <a:cubicBezTo>
                    <a:pt x="5141156" y="167133"/>
                    <a:pt x="5155126" y="189993"/>
                    <a:pt x="5157666" y="206503"/>
                  </a:cubicBezTo>
                  <a:cubicBezTo>
                    <a:pt x="5158936" y="220473"/>
                    <a:pt x="5153856" y="236983"/>
                    <a:pt x="5144966" y="247143"/>
                  </a:cubicBezTo>
                  <a:cubicBezTo>
                    <a:pt x="5137346" y="257303"/>
                    <a:pt x="5130996" y="259843"/>
                    <a:pt x="5109406" y="268733"/>
                  </a:cubicBezTo>
                  <a:cubicBezTo>
                    <a:pt x="4974786" y="320803"/>
                    <a:pt x="4144206" y="461773"/>
                    <a:pt x="3604456" y="555753"/>
                  </a:cubicBezTo>
                  <a:cubicBezTo>
                    <a:pt x="2977076" y="664973"/>
                    <a:pt x="2116016" y="789433"/>
                    <a:pt x="1567376" y="880873"/>
                  </a:cubicBezTo>
                  <a:cubicBezTo>
                    <a:pt x="1195266" y="943103"/>
                    <a:pt x="906976" y="1005333"/>
                    <a:pt x="632656" y="1044703"/>
                  </a:cubicBezTo>
                  <a:cubicBezTo>
                    <a:pt x="418026" y="1075183"/>
                    <a:pt x="134816" y="1119633"/>
                    <a:pt x="57346" y="1108203"/>
                  </a:cubicBezTo>
                  <a:cubicBezTo>
                    <a:pt x="35756" y="1105663"/>
                    <a:pt x="28136" y="1101853"/>
                    <a:pt x="19246" y="1092963"/>
                  </a:cubicBezTo>
                  <a:cubicBezTo>
                    <a:pt x="9086" y="1084073"/>
                    <a:pt x="1466" y="1068833"/>
                    <a:pt x="196" y="1056133"/>
                  </a:cubicBezTo>
                  <a:cubicBezTo>
                    <a:pt x="-1074" y="1043433"/>
                    <a:pt x="4006" y="1026923"/>
                    <a:pt x="10356" y="1016763"/>
                  </a:cubicBezTo>
                  <a:cubicBezTo>
                    <a:pt x="17976" y="1006603"/>
                    <a:pt x="25596" y="1002793"/>
                    <a:pt x="44646" y="993903"/>
                  </a:cubicBezTo>
                  <a:cubicBezTo>
                    <a:pt x="125926" y="958343"/>
                    <a:pt x="470096" y="891033"/>
                    <a:pt x="706316" y="840233"/>
                  </a:cubicBezTo>
                  <a:cubicBezTo>
                    <a:pt x="975556" y="781813"/>
                    <a:pt x="1284166" y="713233"/>
                    <a:pt x="1573726" y="667513"/>
                  </a:cubicBezTo>
                  <a:cubicBezTo>
                    <a:pt x="1860746" y="620523"/>
                    <a:pt x="2126176" y="595123"/>
                    <a:pt x="2438596" y="562103"/>
                  </a:cubicBezTo>
                  <a:cubicBezTo>
                    <a:pt x="2803086" y="522733"/>
                    <a:pt x="3279336" y="470663"/>
                    <a:pt x="3631126" y="451613"/>
                  </a:cubicBezTo>
                  <a:cubicBezTo>
                    <a:pt x="3907986" y="436373"/>
                    <a:pt x="4286446" y="413513"/>
                    <a:pt x="4375346" y="440183"/>
                  </a:cubicBezTo>
                  <a:cubicBezTo>
                    <a:pt x="4396936" y="446533"/>
                    <a:pt x="4404556" y="454153"/>
                    <a:pt x="4412176" y="465583"/>
                  </a:cubicBezTo>
                  <a:cubicBezTo>
                    <a:pt x="4419796" y="477013"/>
                    <a:pt x="4424876" y="496063"/>
                    <a:pt x="4422336" y="508763"/>
                  </a:cubicBezTo>
                  <a:cubicBezTo>
                    <a:pt x="4421066" y="522733"/>
                    <a:pt x="4412176" y="539243"/>
                    <a:pt x="4402016" y="549403"/>
                  </a:cubicBezTo>
                  <a:cubicBezTo>
                    <a:pt x="4391856" y="558293"/>
                    <a:pt x="4380426" y="562103"/>
                    <a:pt x="4360106" y="564643"/>
                  </a:cubicBezTo>
                  <a:cubicBezTo>
                    <a:pt x="4316926" y="572263"/>
                    <a:pt x="4183576" y="576073"/>
                    <a:pt x="4146746" y="558293"/>
                  </a:cubicBezTo>
                  <a:cubicBezTo>
                    <a:pt x="4128966" y="550673"/>
                    <a:pt x="4121346" y="537973"/>
                    <a:pt x="4116266" y="524003"/>
                  </a:cubicBezTo>
                  <a:cubicBezTo>
                    <a:pt x="4111186" y="511303"/>
                    <a:pt x="4112456" y="490983"/>
                    <a:pt x="4116266" y="479553"/>
                  </a:cubicBezTo>
                  <a:cubicBezTo>
                    <a:pt x="4120076" y="469393"/>
                    <a:pt x="4125156" y="460503"/>
                    <a:pt x="4134046" y="454153"/>
                  </a:cubicBezTo>
                  <a:cubicBezTo>
                    <a:pt x="4144206" y="446533"/>
                    <a:pt x="4175956" y="437643"/>
                    <a:pt x="4175956" y="43764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707005" y="320105"/>
            <a:ext cx="12604991" cy="1158223"/>
            <a:chOff x="0" y="0"/>
            <a:chExt cx="3319833" cy="3050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19833" cy="305046"/>
            </a:xfrm>
            <a:custGeom>
              <a:avLst/>
              <a:gdLst/>
              <a:ahLst/>
              <a:cxnLst/>
              <a:rect r="r" b="b" t="t" l="l"/>
              <a:pathLst>
                <a:path h="305046" w="3319833">
                  <a:moveTo>
                    <a:pt x="0" y="0"/>
                  </a:moveTo>
                  <a:lnTo>
                    <a:pt x="3319833" y="0"/>
                  </a:lnTo>
                  <a:lnTo>
                    <a:pt x="3319833" y="305046"/>
                  </a:lnTo>
                  <a:lnTo>
                    <a:pt x="0" y="30504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319833" cy="343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39428" y="1264920"/>
            <a:ext cx="5112068" cy="618172"/>
            <a:chOff x="0" y="0"/>
            <a:chExt cx="6816090" cy="8242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0" y="44269"/>
              <a:ext cx="6713785" cy="733323"/>
            </a:xfrm>
            <a:custGeom>
              <a:avLst/>
              <a:gdLst/>
              <a:ahLst/>
              <a:cxnLst/>
              <a:rect r="r" b="b" t="t" l="l"/>
              <a:pathLst>
                <a:path h="733323" w="6713785">
                  <a:moveTo>
                    <a:pt x="2232660" y="561521"/>
                  </a:moveTo>
                  <a:cubicBezTo>
                    <a:pt x="1158240" y="336731"/>
                    <a:pt x="1073150" y="331651"/>
                    <a:pt x="970280" y="312601"/>
                  </a:cubicBezTo>
                  <a:cubicBezTo>
                    <a:pt x="875030" y="293551"/>
                    <a:pt x="745490" y="270691"/>
                    <a:pt x="697230" y="250371"/>
                  </a:cubicBezTo>
                  <a:cubicBezTo>
                    <a:pt x="679450" y="242751"/>
                    <a:pt x="669290" y="237671"/>
                    <a:pt x="661670" y="226241"/>
                  </a:cubicBezTo>
                  <a:cubicBezTo>
                    <a:pt x="654050" y="216081"/>
                    <a:pt x="648970" y="198301"/>
                    <a:pt x="650240" y="184331"/>
                  </a:cubicBezTo>
                  <a:cubicBezTo>
                    <a:pt x="651510" y="171631"/>
                    <a:pt x="659130" y="155121"/>
                    <a:pt x="669290" y="146231"/>
                  </a:cubicBezTo>
                  <a:cubicBezTo>
                    <a:pt x="679450" y="136071"/>
                    <a:pt x="687070" y="134801"/>
                    <a:pt x="709930" y="129721"/>
                  </a:cubicBezTo>
                  <a:cubicBezTo>
                    <a:pt x="824230" y="106861"/>
                    <a:pt x="1484630" y="137341"/>
                    <a:pt x="1767840" y="118291"/>
                  </a:cubicBezTo>
                  <a:cubicBezTo>
                    <a:pt x="1957070" y="106861"/>
                    <a:pt x="2169160" y="56061"/>
                    <a:pt x="2241550" y="61141"/>
                  </a:cubicBezTo>
                  <a:cubicBezTo>
                    <a:pt x="2263140" y="62411"/>
                    <a:pt x="2272030" y="64951"/>
                    <a:pt x="2283460" y="72571"/>
                  </a:cubicBezTo>
                  <a:cubicBezTo>
                    <a:pt x="2293620" y="80191"/>
                    <a:pt x="2305050" y="94161"/>
                    <a:pt x="2306320" y="108131"/>
                  </a:cubicBezTo>
                  <a:cubicBezTo>
                    <a:pt x="2308860" y="123371"/>
                    <a:pt x="2302510" y="150041"/>
                    <a:pt x="2292350" y="162741"/>
                  </a:cubicBezTo>
                  <a:cubicBezTo>
                    <a:pt x="2283460" y="172901"/>
                    <a:pt x="2252980" y="179251"/>
                    <a:pt x="2254250" y="181791"/>
                  </a:cubicBezTo>
                  <a:cubicBezTo>
                    <a:pt x="2255520" y="185601"/>
                    <a:pt x="2355850" y="148771"/>
                    <a:pt x="2420620" y="142421"/>
                  </a:cubicBezTo>
                  <a:cubicBezTo>
                    <a:pt x="2505710" y="133531"/>
                    <a:pt x="2673350" y="133531"/>
                    <a:pt x="2725420" y="151311"/>
                  </a:cubicBezTo>
                  <a:cubicBezTo>
                    <a:pt x="2745740" y="158931"/>
                    <a:pt x="2755900" y="169091"/>
                    <a:pt x="2763520" y="179251"/>
                  </a:cubicBezTo>
                  <a:cubicBezTo>
                    <a:pt x="2769870" y="188141"/>
                    <a:pt x="2773680" y="198301"/>
                    <a:pt x="2774950" y="209731"/>
                  </a:cubicBezTo>
                  <a:cubicBezTo>
                    <a:pt x="2774950" y="223701"/>
                    <a:pt x="2771140" y="244021"/>
                    <a:pt x="2762250" y="255451"/>
                  </a:cubicBezTo>
                  <a:cubicBezTo>
                    <a:pt x="2753360" y="268151"/>
                    <a:pt x="2741930" y="275771"/>
                    <a:pt x="2721610" y="282121"/>
                  </a:cubicBezTo>
                  <a:cubicBezTo>
                    <a:pt x="2684780" y="294821"/>
                    <a:pt x="2602230" y="287201"/>
                    <a:pt x="2543810" y="294821"/>
                  </a:cubicBezTo>
                  <a:cubicBezTo>
                    <a:pt x="2485390" y="302441"/>
                    <a:pt x="2444750" y="318951"/>
                    <a:pt x="2371090" y="330381"/>
                  </a:cubicBezTo>
                  <a:cubicBezTo>
                    <a:pt x="2246630" y="350701"/>
                    <a:pt x="1990090" y="365941"/>
                    <a:pt x="1859280" y="391341"/>
                  </a:cubicBezTo>
                  <a:cubicBezTo>
                    <a:pt x="1776730" y="407851"/>
                    <a:pt x="1701800" y="449761"/>
                    <a:pt x="1659890" y="448491"/>
                  </a:cubicBezTo>
                  <a:cubicBezTo>
                    <a:pt x="1640840" y="447221"/>
                    <a:pt x="1628140" y="442141"/>
                    <a:pt x="1617980" y="433251"/>
                  </a:cubicBezTo>
                  <a:cubicBezTo>
                    <a:pt x="1607820" y="424361"/>
                    <a:pt x="1598930" y="407851"/>
                    <a:pt x="1597660" y="393881"/>
                  </a:cubicBezTo>
                  <a:cubicBezTo>
                    <a:pt x="1595120" y="381181"/>
                    <a:pt x="1598930" y="363401"/>
                    <a:pt x="1606550" y="351971"/>
                  </a:cubicBezTo>
                  <a:cubicBezTo>
                    <a:pt x="1614170" y="340541"/>
                    <a:pt x="1626870" y="330381"/>
                    <a:pt x="1642110" y="325301"/>
                  </a:cubicBezTo>
                  <a:cubicBezTo>
                    <a:pt x="1668780" y="317681"/>
                    <a:pt x="1703070" y="334191"/>
                    <a:pt x="1757680" y="330381"/>
                  </a:cubicBezTo>
                  <a:cubicBezTo>
                    <a:pt x="1888490" y="322761"/>
                    <a:pt x="2344420" y="167821"/>
                    <a:pt x="2425700" y="217351"/>
                  </a:cubicBezTo>
                  <a:cubicBezTo>
                    <a:pt x="2457450" y="237671"/>
                    <a:pt x="2472690" y="294821"/>
                    <a:pt x="2457450" y="317681"/>
                  </a:cubicBezTo>
                  <a:cubicBezTo>
                    <a:pt x="2428240" y="358321"/>
                    <a:pt x="2198370" y="330381"/>
                    <a:pt x="2108200" y="327841"/>
                  </a:cubicBezTo>
                  <a:cubicBezTo>
                    <a:pt x="2052320" y="326571"/>
                    <a:pt x="2011680" y="330381"/>
                    <a:pt x="1971040" y="315141"/>
                  </a:cubicBezTo>
                  <a:cubicBezTo>
                    <a:pt x="1935480" y="302441"/>
                    <a:pt x="1918970" y="264341"/>
                    <a:pt x="1877060" y="251641"/>
                  </a:cubicBezTo>
                  <a:cubicBezTo>
                    <a:pt x="1813560" y="232591"/>
                    <a:pt x="1685290" y="246561"/>
                    <a:pt x="1614170" y="256721"/>
                  </a:cubicBezTo>
                  <a:cubicBezTo>
                    <a:pt x="1563370" y="264341"/>
                    <a:pt x="1520190" y="293551"/>
                    <a:pt x="1487170" y="291011"/>
                  </a:cubicBezTo>
                  <a:cubicBezTo>
                    <a:pt x="1464310" y="289741"/>
                    <a:pt x="1446530" y="283391"/>
                    <a:pt x="1432560" y="270691"/>
                  </a:cubicBezTo>
                  <a:cubicBezTo>
                    <a:pt x="1419860" y="259261"/>
                    <a:pt x="1408430" y="237671"/>
                    <a:pt x="1405890" y="219891"/>
                  </a:cubicBezTo>
                  <a:cubicBezTo>
                    <a:pt x="1403350" y="202111"/>
                    <a:pt x="1410970" y="177981"/>
                    <a:pt x="1419860" y="164011"/>
                  </a:cubicBezTo>
                  <a:cubicBezTo>
                    <a:pt x="1426210" y="152581"/>
                    <a:pt x="1430020" y="144961"/>
                    <a:pt x="1449070" y="137341"/>
                  </a:cubicBezTo>
                  <a:cubicBezTo>
                    <a:pt x="1534160" y="108131"/>
                    <a:pt x="2179320" y="124641"/>
                    <a:pt x="2272030" y="176711"/>
                  </a:cubicBezTo>
                  <a:cubicBezTo>
                    <a:pt x="2298700" y="190681"/>
                    <a:pt x="2305050" y="213541"/>
                    <a:pt x="2308860" y="228781"/>
                  </a:cubicBezTo>
                  <a:cubicBezTo>
                    <a:pt x="2311400" y="240211"/>
                    <a:pt x="2308860" y="251641"/>
                    <a:pt x="2305050" y="261801"/>
                  </a:cubicBezTo>
                  <a:cubicBezTo>
                    <a:pt x="2298700" y="274501"/>
                    <a:pt x="2288540" y="285931"/>
                    <a:pt x="2272030" y="297361"/>
                  </a:cubicBezTo>
                  <a:cubicBezTo>
                    <a:pt x="2244090" y="317681"/>
                    <a:pt x="2188210" y="341811"/>
                    <a:pt x="2139950" y="354511"/>
                  </a:cubicBezTo>
                  <a:cubicBezTo>
                    <a:pt x="2082800" y="368481"/>
                    <a:pt x="2009140" y="369751"/>
                    <a:pt x="1949450" y="372291"/>
                  </a:cubicBezTo>
                  <a:cubicBezTo>
                    <a:pt x="1898650" y="374831"/>
                    <a:pt x="1837690" y="382451"/>
                    <a:pt x="1804670" y="372291"/>
                  </a:cubicBezTo>
                  <a:cubicBezTo>
                    <a:pt x="1784350" y="365941"/>
                    <a:pt x="1769110" y="354511"/>
                    <a:pt x="1760220" y="340541"/>
                  </a:cubicBezTo>
                  <a:cubicBezTo>
                    <a:pt x="1750060" y="327841"/>
                    <a:pt x="1746250" y="303711"/>
                    <a:pt x="1746250" y="288471"/>
                  </a:cubicBezTo>
                  <a:cubicBezTo>
                    <a:pt x="1747520" y="275771"/>
                    <a:pt x="1751330" y="264341"/>
                    <a:pt x="1760220" y="254181"/>
                  </a:cubicBezTo>
                  <a:cubicBezTo>
                    <a:pt x="1771650" y="240211"/>
                    <a:pt x="1785620" y="228781"/>
                    <a:pt x="1822450" y="221161"/>
                  </a:cubicBezTo>
                  <a:cubicBezTo>
                    <a:pt x="1991360" y="180521"/>
                    <a:pt x="2946400" y="251641"/>
                    <a:pt x="3309620" y="252911"/>
                  </a:cubicBezTo>
                  <a:cubicBezTo>
                    <a:pt x="3519170" y="252911"/>
                    <a:pt x="3610610" y="254181"/>
                    <a:pt x="3803650" y="244021"/>
                  </a:cubicBezTo>
                  <a:cubicBezTo>
                    <a:pt x="4079240" y="230051"/>
                    <a:pt x="4470400" y="195761"/>
                    <a:pt x="4803140" y="161471"/>
                  </a:cubicBezTo>
                  <a:cubicBezTo>
                    <a:pt x="5135880" y="127181"/>
                    <a:pt x="5507990" y="63681"/>
                    <a:pt x="5800090" y="38281"/>
                  </a:cubicBezTo>
                  <a:cubicBezTo>
                    <a:pt x="6027420" y="17961"/>
                    <a:pt x="6295390" y="-13789"/>
                    <a:pt x="6405880" y="6531"/>
                  </a:cubicBezTo>
                  <a:cubicBezTo>
                    <a:pt x="6451600" y="14151"/>
                    <a:pt x="6482080" y="28121"/>
                    <a:pt x="6497320" y="45901"/>
                  </a:cubicBezTo>
                  <a:cubicBezTo>
                    <a:pt x="6507480" y="58601"/>
                    <a:pt x="6510020" y="73841"/>
                    <a:pt x="6510020" y="86541"/>
                  </a:cubicBezTo>
                  <a:cubicBezTo>
                    <a:pt x="6508750" y="100511"/>
                    <a:pt x="6504940" y="111941"/>
                    <a:pt x="6490970" y="125911"/>
                  </a:cubicBezTo>
                  <a:cubicBezTo>
                    <a:pt x="6452870" y="161471"/>
                    <a:pt x="6257290" y="235131"/>
                    <a:pt x="6195060" y="242751"/>
                  </a:cubicBezTo>
                  <a:cubicBezTo>
                    <a:pt x="6167120" y="246561"/>
                    <a:pt x="6146800" y="242751"/>
                    <a:pt x="6132830" y="235131"/>
                  </a:cubicBezTo>
                  <a:cubicBezTo>
                    <a:pt x="6122670" y="230051"/>
                    <a:pt x="6116320" y="222431"/>
                    <a:pt x="6111240" y="211001"/>
                  </a:cubicBezTo>
                  <a:cubicBezTo>
                    <a:pt x="6106160" y="199571"/>
                    <a:pt x="6101080" y="179251"/>
                    <a:pt x="6106160" y="164011"/>
                  </a:cubicBezTo>
                  <a:cubicBezTo>
                    <a:pt x="6111240" y="147501"/>
                    <a:pt x="6129020" y="122101"/>
                    <a:pt x="6146800" y="117021"/>
                  </a:cubicBezTo>
                  <a:cubicBezTo>
                    <a:pt x="6167120" y="113211"/>
                    <a:pt x="6193790" y="144961"/>
                    <a:pt x="6223000" y="148771"/>
                  </a:cubicBezTo>
                  <a:cubicBezTo>
                    <a:pt x="6262370" y="152581"/>
                    <a:pt x="6309360" y="130991"/>
                    <a:pt x="6365240" y="125911"/>
                  </a:cubicBezTo>
                  <a:cubicBezTo>
                    <a:pt x="6445250" y="119561"/>
                    <a:pt x="6601460" y="103051"/>
                    <a:pt x="6657340" y="124641"/>
                  </a:cubicBezTo>
                  <a:cubicBezTo>
                    <a:pt x="6684010" y="134801"/>
                    <a:pt x="6701790" y="151311"/>
                    <a:pt x="6709410" y="170361"/>
                  </a:cubicBezTo>
                  <a:cubicBezTo>
                    <a:pt x="6717030" y="189411"/>
                    <a:pt x="6710680" y="222431"/>
                    <a:pt x="6700520" y="238941"/>
                  </a:cubicBezTo>
                  <a:cubicBezTo>
                    <a:pt x="6691630" y="254181"/>
                    <a:pt x="6677660" y="260531"/>
                    <a:pt x="6657340" y="269421"/>
                  </a:cubicBezTo>
                  <a:cubicBezTo>
                    <a:pt x="6617970" y="285931"/>
                    <a:pt x="6530340" y="299901"/>
                    <a:pt x="6473190" y="306251"/>
                  </a:cubicBezTo>
                  <a:cubicBezTo>
                    <a:pt x="6422390" y="312601"/>
                    <a:pt x="6363970" y="320221"/>
                    <a:pt x="6329680" y="311331"/>
                  </a:cubicBezTo>
                  <a:cubicBezTo>
                    <a:pt x="6309360" y="304981"/>
                    <a:pt x="6295390" y="294821"/>
                    <a:pt x="6285230" y="282121"/>
                  </a:cubicBezTo>
                  <a:cubicBezTo>
                    <a:pt x="6275070" y="268151"/>
                    <a:pt x="6269990" y="245291"/>
                    <a:pt x="6269990" y="230051"/>
                  </a:cubicBezTo>
                  <a:cubicBezTo>
                    <a:pt x="6271260" y="217351"/>
                    <a:pt x="6275070" y="205921"/>
                    <a:pt x="6282690" y="195761"/>
                  </a:cubicBezTo>
                  <a:cubicBezTo>
                    <a:pt x="6291580" y="183061"/>
                    <a:pt x="6306820" y="170361"/>
                    <a:pt x="6325870" y="164011"/>
                  </a:cubicBezTo>
                  <a:cubicBezTo>
                    <a:pt x="6351270" y="155121"/>
                    <a:pt x="6396990" y="155121"/>
                    <a:pt x="6423660" y="160201"/>
                  </a:cubicBezTo>
                  <a:cubicBezTo>
                    <a:pt x="6443980" y="162741"/>
                    <a:pt x="6461760" y="167821"/>
                    <a:pt x="6474460" y="179251"/>
                  </a:cubicBezTo>
                  <a:cubicBezTo>
                    <a:pt x="6487160" y="190681"/>
                    <a:pt x="6498590" y="211001"/>
                    <a:pt x="6499860" y="227511"/>
                  </a:cubicBezTo>
                  <a:cubicBezTo>
                    <a:pt x="6502400" y="245291"/>
                    <a:pt x="6496050" y="266881"/>
                    <a:pt x="6487160" y="280851"/>
                  </a:cubicBezTo>
                  <a:cubicBezTo>
                    <a:pt x="6477000" y="294821"/>
                    <a:pt x="6464300" y="302441"/>
                    <a:pt x="6441440" y="312601"/>
                  </a:cubicBezTo>
                  <a:cubicBezTo>
                    <a:pt x="6389370" y="335461"/>
                    <a:pt x="6257290" y="363401"/>
                    <a:pt x="6168390" y="378641"/>
                  </a:cubicBezTo>
                  <a:cubicBezTo>
                    <a:pt x="6087110" y="392611"/>
                    <a:pt x="6019800" y="398961"/>
                    <a:pt x="5930900" y="404041"/>
                  </a:cubicBezTo>
                  <a:cubicBezTo>
                    <a:pt x="5817870" y="411661"/>
                    <a:pt x="5659120" y="409121"/>
                    <a:pt x="5542280" y="409121"/>
                  </a:cubicBezTo>
                  <a:cubicBezTo>
                    <a:pt x="5448300" y="409121"/>
                    <a:pt x="5389880" y="411661"/>
                    <a:pt x="5285740" y="405311"/>
                  </a:cubicBezTo>
                  <a:cubicBezTo>
                    <a:pt x="5120640" y="396421"/>
                    <a:pt x="4846320" y="354511"/>
                    <a:pt x="4650740" y="344351"/>
                  </a:cubicBezTo>
                  <a:cubicBezTo>
                    <a:pt x="4481830" y="335461"/>
                    <a:pt x="4330700" y="336731"/>
                    <a:pt x="4180840" y="340541"/>
                  </a:cubicBezTo>
                  <a:cubicBezTo>
                    <a:pt x="4043680" y="343081"/>
                    <a:pt x="3921760" y="343081"/>
                    <a:pt x="3787140" y="360861"/>
                  </a:cubicBezTo>
                  <a:cubicBezTo>
                    <a:pt x="3641090" y="381181"/>
                    <a:pt x="3526790" y="423091"/>
                    <a:pt x="3338830" y="461191"/>
                  </a:cubicBezTo>
                  <a:cubicBezTo>
                    <a:pt x="3020060" y="524691"/>
                    <a:pt x="2360930" y="654231"/>
                    <a:pt x="2049780" y="694871"/>
                  </a:cubicBezTo>
                  <a:cubicBezTo>
                    <a:pt x="1875790" y="719001"/>
                    <a:pt x="1781810" y="724081"/>
                    <a:pt x="1639570" y="729161"/>
                  </a:cubicBezTo>
                  <a:cubicBezTo>
                    <a:pt x="1482090" y="734241"/>
                    <a:pt x="1243330" y="736781"/>
                    <a:pt x="1144270" y="724081"/>
                  </a:cubicBezTo>
                  <a:cubicBezTo>
                    <a:pt x="1101090" y="717731"/>
                    <a:pt x="1092200" y="715191"/>
                    <a:pt x="1054100" y="698681"/>
                  </a:cubicBezTo>
                  <a:cubicBezTo>
                    <a:pt x="972820" y="665661"/>
                    <a:pt x="811530" y="543741"/>
                    <a:pt x="699770" y="498021"/>
                  </a:cubicBezTo>
                  <a:cubicBezTo>
                    <a:pt x="609600" y="459921"/>
                    <a:pt x="497840" y="451031"/>
                    <a:pt x="441960" y="426901"/>
                  </a:cubicBezTo>
                  <a:cubicBezTo>
                    <a:pt x="411480" y="412931"/>
                    <a:pt x="400050" y="396421"/>
                    <a:pt x="375920" y="386261"/>
                  </a:cubicBezTo>
                  <a:cubicBezTo>
                    <a:pt x="349250" y="374831"/>
                    <a:pt x="322580" y="368481"/>
                    <a:pt x="284480" y="362131"/>
                  </a:cubicBezTo>
                  <a:cubicBezTo>
                    <a:pt x="226060" y="350701"/>
                    <a:pt x="104140" y="358321"/>
                    <a:pt x="58420" y="340541"/>
                  </a:cubicBezTo>
                  <a:cubicBezTo>
                    <a:pt x="35560" y="330381"/>
                    <a:pt x="21590" y="316411"/>
                    <a:pt x="12700" y="303711"/>
                  </a:cubicBezTo>
                  <a:cubicBezTo>
                    <a:pt x="3810" y="292281"/>
                    <a:pt x="0" y="280851"/>
                    <a:pt x="0" y="266881"/>
                  </a:cubicBezTo>
                  <a:cubicBezTo>
                    <a:pt x="0" y="250371"/>
                    <a:pt x="5080" y="227511"/>
                    <a:pt x="16510" y="212271"/>
                  </a:cubicBezTo>
                  <a:cubicBezTo>
                    <a:pt x="26670" y="198301"/>
                    <a:pt x="40640" y="190681"/>
                    <a:pt x="63500" y="183061"/>
                  </a:cubicBezTo>
                  <a:cubicBezTo>
                    <a:pt x="113030" y="167821"/>
                    <a:pt x="245110" y="184331"/>
                    <a:pt x="308610" y="175441"/>
                  </a:cubicBezTo>
                  <a:cubicBezTo>
                    <a:pt x="349250" y="169091"/>
                    <a:pt x="365760" y="156391"/>
                    <a:pt x="406400" y="148771"/>
                  </a:cubicBezTo>
                  <a:cubicBezTo>
                    <a:pt x="468630" y="137341"/>
                    <a:pt x="560070" y="130991"/>
                    <a:pt x="643890" y="127181"/>
                  </a:cubicBezTo>
                  <a:cubicBezTo>
                    <a:pt x="737870" y="123371"/>
                    <a:pt x="897890" y="114481"/>
                    <a:pt x="946150" y="125911"/>
                  </a:cubicBezTo>
                  <a:cubicBezTo>
                    <a:pt x="962660" y="129721"/>
                    <a:pt x="969010" y="133531"/>
                    <a:pt x="977900" y="142421"/>
                  </a:cubicBezTo>
                  <a:cubicBezTo>
                    <a:pt x="988060" y="152581"/>
                    <a:pt x="1000760" y="171631"/>
                    <a:pt x="1002030" y="188141"/>
                  </a:cubicBezTo>
                  <a:cubicBezTo>
                    <a:pt x="1004570" y="203381"/>
                    <a:pt x="999490" y="224971"/>
                    <a:pt x="990600" y="237671"/>
                  </a:cubicBezTo>
                  <a:cubicBezTo>
                    <a:pt x="981710" y="251641"/>
                    <a:pt x="969010" y="261801"/>
                    <a:pt x="947420" y="268151"/>
                  </a:cubicBezTo>
                  <a:cubicBezTo>
                    <a:pt x="905510" y="282121"/>
                    <a:pt x="806450" y="265611"/>
                    <a:pt x="734060" y="273231"/>
                  </a:cubicBezTo>
                  <a:cubicBezTo>
                    <a:pt x="654050" y="280851"/>
                    <a:pt x="579120" y="306251"/>
                    <a:pt x="490220" y="316411"/>
                  </a:cubicBezTo>
                  <a:cubicBezTo>
                    <a:pt x="381000" y="329111"/>
                    <a:pt x="138430" y="306251"/>
                    <a:pt x="124460" y="334191"/>
                  </a:cubicBezTo>
                  <a:cubicBezTo>
                    <a:pt x="119380" y="344351"/>
                    <a:pt x="153670" y="363401"/>
                    <a:pt x="151130" y="373561"/>
                  </a:cubicBezTo>
                  <a:cubicBezTo>
                    <a:pt x="147320" y="383721"/>
                    <a:pt x="115570" y="393881"/>
                    <a:pt x="100330" y="395151"/>
                  </a:cubicBezTo>
                  <a:cubicBezTo>
                    <a:pt x="87630" y="397691"/>
                    <a:pt x="74930" y="395151"/>
                    <a:pt x="63500" y="388801"/>
                  </a:cubicBezTo>
                  <a:cubicBezTo>
                    <a:pt x="49530" y="381181"/>
                    <a:pt x="31750" y="364671"/>
                    <a:pt x="24130" y="349431"/>
                  </a:cubicBezTo>
                  <a:cubicBezTo>
                    <a:pt x="16510" y="332921"/>
                    <a:pt x="17780" y="308791"/>
                    <a:pt x="21590" y="293551"/>
                  </a:cubicBezTo>
                  <a:cubicBezTo>
                    <a:pt x="24130" y="280851"/>
                    <a:pt x="29210" y="269421"/>
                    <a:pt x="40640" y="261801"/>
                  </a:cubicBezTo>
                  <a:cubicBezTo>
                    <a:pt x="59690" y="250371"/>
                    <a:pt x="116840" y="240211"/>
                    <a:pt x="138430" y="251641"/>
                  </a:cubicBezTo>
                  <a:cubicBezTo>
                    <a:pt x="158750" y="261801"/>
                    <a:pt x="173990" y="294821"/>
                    <a:pt x="173990" y="316411"/>
                  </a:cubicBezTo>
                  <a:cubicBezTo>
                    <a:pt x="173990" y="338001"/>
                    <a:pt x="156210" y="368481"/>
                    <a:pt x="140970" y="381181"/>
                  </a:cubicBezTo>
                  <a:cubicBezTo>
                    <a:pt x="128270" y="392611"/>
                    <a:pt x="107950" y="396421"/>
                    <a:pt x="92710" y="396421"/>
                  </a:cubicBezTo>
                  <a:cubicBezTo>
                    <a:pt x="76200" y="395151"/>
                    <a:pt x="58420" y="390071"/>
                    <a:pt x="45720" y="377371"/>
                  </a:cubicBezTo>
                  <a:cubicBezTo>
                    <a:pt x="31750" y="363401"/>
                    <a:pt x="17780" y="330381"/>
                    <a:pt x="17780" y="310061"/>
                  </a:cubicBezTo>
                  <a:cubicBezTo>
                    <a:pt x="17780" y="293551"/>
                    <a:pt x="27940" y="275771"/>
                    <a:pt x="38100" y="264341"/>
                  </a:cubicBezTo>
                  <a:cubicBezTo>
                    <a:pt x="49530" y="252911"/>
                    <a:pt x="66040" y="242751"/>
                    <a:pt x="82550" y="240211"/>
                  </a:cubicBezTo>
                  <a:cubicBezTo>
                    <a:pt x="97790" y="237671"/>
                    <a:pt x="118110" y="240211"/>
                    <a:pt x="132080" y="247831"/>
                  </a:cubicBezTo>
                  <a:cubicBezTo>
                    <a:pt x="146050" y="255451"/>
                    <a:pt x="160020" y="268151"/>
                    <a:pt x="166370" y="283391"/>
                  </a:cubicBezTo>
                  <a:cubicBezTo>
                    <a:pt x="173990" y="302441"/>
                    <a:pt x="172720" y="339271"/>
                    <a:pt x="163830" y="357051"/>
                  </a:cubicBezTo>
                  <a:cubicBezTo>
                    <a:pt x="156210" y="372291"/>
                    <a:pt x="139700" y="383721"/>
                    <a:pt x="125730" y="390071"/>
                  </a:cubicBezTo>
                  <a:cubicBezTo>
                    <a:pt x="110490" y="396421"/>
                    <a:pt x="76200" y="395151"/>
                    <a:pt x="76200" y="393881"/>
                  </a:cubicBezTo>
                  <a:cubicBezTo>
                    <a:pt x="74930" y="391341"/>
                    <a:pt x="151130" y="372291"/>
                    <a:pt x="151130" y="373561"/>
                  </a:cubicBezTo>
                  <a:cubicBezTo>
                    <a:pt x="151130" y="373561"/>
                    <a:pt x="100330" y="395151"/>
                    <a:pt x="81280" y="393881"/>
                  </a:cubicBezTo>
                  <a:cubicBezTo>
                    <a:pt x="67310" y="393881"/>
                    <a:pt x="57150" y="387531"/>
                    <a:pt x="46990" y="378641"/>
                  </a:cubicBezTo>
                  <a:cubicBezTo>
                    <a:pt x="35560" y="368481"/>
                    <a:pt x="20320" y="349431"/>
                    <a:pt x="19050" y="331651"/>
                  </a:cubicBezTo>
                  <a:cubicBezTo>
                    <a:pt x="16510" y="311331"/>
                    <a:pt x="43180" y="280851"/>
                    <a:pt x="40640" y="261801"/>
                  </a:cubicBezTo>
                  <a:cubicBezTo>
                    <a:pt x="38100" y="247831"/>
                    <a:pt x="13970" y="237671"/>
                    <a:pt x="16510" y="226241"/>
                  </a:cubicBezTo>
                  <a:cubicBezTo>
                    <a:pt x="22860" y="208461"/>
                    <a:pt x="77470" y="190681"/>
                    <a:pt x="124460" y="180521"/>
                  </a:cubicBezTo>
                  <a:cubicBezTo>
                    <a:pt x="204470" y="162741"/>
                    <a:pt x="358140" y="181791"/>
                    <a:pt x="464820" y="170361"/>
                  </a:cubicBezTo>
                  <a:cubicBezTo>
                    <a:pt x="560070" y="160201"/>
                    <a:pt x="647700" y="128451"/>
                    <a:pt x="732790" y="122101"/>
                  </a:cubicBezTo>
                  <a:cubicBezTo>
                    <a:pt x="807720" y="115751"/>
                    <a:pt x="904240" y="111941"/>
                    <a:pt x="946150" y="125911"/>
                  </a:cubicBezTo>
                  <a:cubicBezTo>
                    <a:pt x="967740" y="132261"/>
                    <a:pt x="980440" y="142421"/>
                    <a:pt x="989330" y="155121"/>
                  </a:cubicBezTo>
                  <a:cubicBezTo>
                    <a:pt x="999490" y="167821"/>
                    <a:pt x="1004570" y="189411"/>
                    <a:pt x="1002030" y="205921"/>
                  </a:cubicBezTo>
                  <a:cubicBezTo>
                    <a:pt x="1000760" y="221161"/>
                    <a:pt x="989330" y="241481"/>
                    <a:pt x="979170" y="251641"/>
                  </a:cubicBezTo>
                  <a:cubicBezTo>
                    <a:pt x="970280" y="260531"/>
                    <a:pt x="963930" y="264341"/>
                    <a:pt x="947420" y="268151"/>
                  </a:cubicBezTo>
                  <a:cubicBezTo>
                    <a:pt x="900430" y="280851"/>
                    <a:pt x="736600" y="269421"/>
                    <a:pt x="650240" y="275771"/>
                  </a:cubicBezTo>
                  <a:cubicBezTo>
                    <a:pt x="582930" y="280851"/>
                    <a:pt x="521970" y="283391"/>
                    <a:pt x="471170" y="296091"/>
                  </a:cubicBezTo>
                  <a:cubicBezTo>
                    <a:pt x="429260" y="306251"/>
                    <a:pt x="408940" y="330381"/>
                    <a:pt x="361950" y="338001"/>
                  </a:cubicBezTo>
                  <a:cubicBezTo>
                    <a:pt x="287020" y="351971"/>
                    <a:pt x="106680" y="350701"/>
                    <a:pt x="57150" y="336731"/>
                  </a:cubicBezTo>
                  <a:cubicBezTo>
                    <a:pt x="39370" y="332921"/>
                    <a:pt x="33020" y="329111"/>
                    <a:pt x="24130" y="317681"/>
                  </a:cubicBezTo>
                  <a:cubicBezTo>
                    <a:pt x="12700" y="303711"/>
                    <a:pt x="-2540" y="269421"/>
                    <a:pt x="1270" y="247831"/>
                  </a:cubicBezTo>
                  <a:cubicBezTo>
                    <a:pt x="5080" y="226241"/>
                    <a:pt x="29210" y="199571"/>
                    <a:pt x="45720" y="189411"/>
                  </a:cubicBezTo>
                  <a:cubicBezTo>
                    <a:pt x="57150" y="181791"/>
                    <a:pt x="69850" y="180521"/>
                    <a:pt x="82550" y="181791"/>
                  </a:cubicBezTo>
                  <a:cubicBezTo>
                    <a:pt x="96520" y="183061"/>
                    <a:pt x="106680" y="194491"/>
                    <a:pt x="125730" y="198301"/>
                  </a:cubicBezTo>
                  <a:cubicBezTo>
                    <a:pt x="163830" y="207191"/>
                    <a:pt x="238760" y="195761"/>
                    <a:pt x="297180" y="208461"/>
                  </a:cubicBezTo>
                  <a:cubicBezTo>
                    <a:pt x="361950" y="222431"/>
                    <a:pt x="424180" y="263071"/>
                    <a:pt x="495300" y="288471"/>
                  </a:cubicBezTo>
                  <a:cubicBezTo>
                    <a:pt x="576580" y="317681"/>
                    <a:pt x="668020" y="327841"/>
                    <a:pt x="762000" y="369751"/>
                  </a:cubicBezTo>
                  <a:cubicBezTo>
                    <a:pt x="882650" y="421821"/>
                    <a:pt x="1021080" y="555171"/>
                    <a:pt x="1149350" y="595811"/>
                  </a:cubicBezTo>
                  <a:cubicBezTo>
                    <a:pt x="1258570" y="628831"/>
                    <a:pt x="1363980" y="616131"/>
                    <a:pt x="1477010" y="618671"/>
                  </a:cubicBezTo>
                  <a:cubicBezTo>
                    <a:pt x="1593850" y="619941"/>
                    <a:pt x="1737360" y="612321"/>
                    <a:pt x="1838960" y="604701"/>
                  </a:cubicBezTo>
                  <a:cubicBezTo>
                    <a:pt x="1912620" y="598351"/>
                    <a:pt x="1938020" y="595811"/>
                    <a:pt x="2029460" y="581841"/>
                  </a:cubicBezTo>
                  <a:cubicBezTo>
                    <a:pt x="2266950" y="546281"/>
                    <a:pt x="2990850" y="410391"/>
                    <a:pt x="3313430" y="345621"/>
                  </a:cubicBezTo>
                  <a:cubicBezTo>
                    <a:pt x="3507740" y="304981"/>
                    <a:pt x="3629660" y="261801"/>
                    <a:pt x="3780790" y="241481"/>
                  </a:cubicBezTo>
                  <a:cubicBezTo>
                    <a:pt x="3917950" y="222431"/>
                    <a:pt x="4042410" y="222431"/>
                    <a:pt x="4182110" y="218621"/>
                  </a:cubicBezTo>
                  <a:cubicBezTo>
                    <a:pt x="4334510" y="213541"/>
                    <a:pt x="4490720" y="212271"/>
                    <a:pt x="4660900" y="218621"/>
                  </a:cubicBezTo>
                  <a:cubicBezTo>
                    <a:pt x="4855210" y="227511"/>
                    <a:pt x="5087620" y="263071"/>
                    <a:pt x="5285740" y="269421"/>
                  </a:cubicBezTo>
                  <a:cubicBezTo>
                    <a:pt x="5466080" y="275771"/>
                    <a:pt x="5654040" y="271961"/>
                    <a:pt x="5805170" y="264341"/>
                  </a:cubicBezTo>
                  <a:cubicBezTo>
                    <a:pt x="5922010" y="257991"/>
                    <a:pt x="6038850" y="255451"/>
                    <a:pt x="6118860" y="236401"/>
                  </a:cubicBezTo>
                  <a:cubicBezTo>
                    <a:pt x="6169660" y="224971"/>
                    <a:pt x="6196330" y="203381"/>
                    <a:pt x="6242050" y="190681"/>
                  </a:cubicBezTo>
                  <a:cubicBezTo>
                    <a:pt x="6295390" y="175441"/>
                    <a:pt x="6381750" y="155121"/>
                    <a:pt x="6423660" y="160201"/>
                  </a:cubicBezTo>
                  <a:cubicBezTo>
                    <a:pt x="6446520" y="161471"/>
                    <a:pt x="6461760" y="167821"/>
                    <a:pt x="6474460" y="179251"/>
                  </a:cubicBezTo>
                  <a:cubicBezTo>
                    <a:pt x="6487160" y="190681"/>
                    <a:pt x="6498590" y="211001"/>
                    <a:pt x="6499860" y="227511"/>
                  </a:cubicBezTo>
                  <a:cubicBezTo>
                    <a:pt x="6502400" y="245291"/>
                    <a:pt x="6496050" y="266881"/>
                    <a:pt x="6487160" y="280851"/>
                  </a:cubicBezTo>
                  <a:cubicBezTo>
                    <a:pt x="6477000" y="294821"/>
                    <a:pt x="6460490" y="306251"/>
                    <a:pt x="6441440" y="312601"/>
                  </a:cubicBezTo>
                  <a:cubicBezTo>
                    <a:pt x="6413500" y="320221"/>
                    <a:pt x="6356350" y="316411"/>
                    <a:pt x="6329680" y="311331"/>
                  </a:cubicBezTo>
                  <a:cubicBezTo>
                    <a:pt x="6315710" y="307521"/>
                    <a:pt x="6306820" y="303711"/>
                    <a:pt x="6297930" y="294821"/>
                  </a:cubicBezTo>
                  <a:cubicBezTo>
                    <a:pt x="6286500" y="284661"/>
                    <a:pt x="6272530" y="265611"/>
                    <a:pt x="6271260" y="247831"/>
                  </a:cubicBezTo>
                  <a:cubicBezTo>
                    <a:pt x="6268720" y="228781"/>
                    <a:pt x="6280150" y="195761"/>
                    <a:pt x="6294120" y="181791"/>
                  </a:cubicBezTo>
                  <a:cubicBezTo>
                    <a:pt x="6305550" y="169091"/>
                    <a:pt x="6320790" y="166551"/>
                    <a:pt x="6343650" y="161471"/>
                  </a:cubicBezTo>
                  <a:cubicBezTo>
                    <a:pt x="6386830" y="151311"/>
                    <a:pt x="6485890" y="161471"/>
                    <a:pt x="6540500" y="152581"/>
                  </a:cubicBezTo>
                  <a:cubicBezTo>
                    <a:pt x="6578600" y="144961"/>
                    <a:pt x="6614160" y="123371"/>
                    <a:pt x="6639560" y="122101"/>
                  </a:cubicBezTo>
                  <a:cubicBezTo>
                    <a:pt x="6653530" y="122101"/>
                    <a:pt x="6663690" y="125911"/>
                    <a:pt x="6673850" y="130991"/>
                  </a:cubicBezTo>
                  <a:cubicBezTo>
                    <a:pt x="6684010" y="136071"/>
                    <a:pt x="6694170" y="143691"/>
                    <a:pt x="6700520" y="155121"/>
                  </a:cubicBezTo>
                  <a:cubicBezTo>
                    <a:pt x="6709410" y="167821"/>
                    <a:pt x="6715760" y="189411"/>
                    <a:pt x="6713220" y="205921"/>
                  </a:cubicBezTo>
                  <a:cubicBezTo>
                    <a:pt x="6711950" y="222431"/>
                    <a:pt x="6701790" y="241481"/>
                    <a:pt x="6689090" y="252911"/>
                  </a:cubicBezTo>
                  <a:cubicBezTo>
                    <a:pt x="6676390" y="264341"/>
                    <a:pt x="6663690" y="268151"/>
                    <a:pt x="6639560" y="271961"/>
                  </a:cubicBezTo>
                  <a:cubicBezTo>
                    <a:pt x="6576060" y="283391"/>
                    <a:pt x="6374130" y="273231"/>
                    <a:pt x="6286500" y="265611"/>
                  </a:cubicBezTo>
                  <a:cubicBezTo>
                    <a:pt x="6234430" y="261801"/>
                    <a:pt x="6192520" y="256721"/>
                    <a:pt x="6163310" y="246561"/>
                  </a:cubicBezTo>
                  <a:cubicBezTo>
                    <a:pt x="6144260" y="240211"/>
                    <a:pt x="6130290" y="236401"/>
                    <a:pt x="6120130" y="224971"/>
                  </a:cubicBezTo>
                  <a:cubicBezTo>
                    <a:pt x="6111240" y="213541"/>
                    <a:pt x="6103620" y="195761"/>
                    <a:pt x="6103620" y="180521"/>
                  </a:cubicBezTo>
                  <a:cubicBezTo>
                    <a:pt x="6103620" y="165281"/>
                    <a:pt x="6109970" y="148771"/>
                    <a:pt x="6120130" y="136071"/>
                  </a:cubicBezTo>
                  <a:cubicBezTo>
                    <a:pt x="6134100" y="119561"/>
                    <a:pt x="6156960" y="109401"/>
                    <a:pt x="6188710" y="95431"/>
                  </a:cubicBezTo>
                  <a:cubicBezTo>
                    <a:pt x="6247130" y="71301"/>
                    <a:pt x="6413500" y="16691"/>
                    <a:pt x="6461760" y="24311"/>
                  </a:cubicBezTo>
                  <a:cubicBezTo>
                    <a:pt x="6479540" y="26851"/>
                    <a:pt x="6489700" y="35741"/>
                    <a:pt x="6497320" y="45901"/>
                  </a:cubicBezTo>
                  <a:cubicBezTo>
                    <a:pt x="6504940" y="57331"/>
                    <a:pt x="6510020" y="73841"/>
                    <a:pt x="6510020" y="86541"/>
                  </a:cubicBezTo>
                  <a:cubicBezTo>
                    <a:pt x="6508750" y="100511"/>
                    <a:pt x="6501130" y="115751"/>
                    <a:pt x="6490970" y="125911"/>
                  </a:cubicBezTo>
                  <a:cubicBezTo>
                    <a:pt x="6482080" y="134801"/>
                    <a:pt x="6465570" y="142421"/>
                    <a:pt x="6452870" y="142421"/>
                  </a:cubicBezTo>
                  <a:cubicBezTo>
                    <a:pt x="6437630" y="142421"/>
                    <a:pt x="6431280" y="125911"/>
                    <a:pt x="6405880" y="120831"/>
                  </a:cubicBezTo>
                  <a:cubicBezTo>
                    <a:pt x="6320790" y="104321"/>
                    <a:pt x="6037580" y="133531"/>
                    <a:pt x="5815330" y="153851"/>
                  </a:cubicBezTo>
                  <a:cubicBezTo>
                    <a:pt x="5525770" y="179251"/>
                    <a:pt x="5106670" y="245291"/>
                    <a:pt x="4813300" y="278311"/>
                  </a:cubicBezTo>
                  <a:cubicBezTo>
                    <a:pt x="4585970" y="303711"/>
                    <a:pt x="4386580" y="321491"/>
                    <a:pt x="4204970" y="336731"/>
                  </a:cubicBezTo>
                  <a:cubicBezTo>
                    <a:pt x="4058920" y="349431"/>
                    <a:pt x="3947160" y="358321"/>
                    <a:pt x="3806190" y="364671"/>
                  </a:cubicBezTo>
                  <a:cubicBezTo>
                    <a:pt x="3649980" y="372291"/>
                    <a:pt x="3482340" y="374831"/>
                    <a:pt x="3307080" y="374831"/>
                  </a:cubicBezTo>
                  <a:cubicBezTo>
                    <a:pt x="3114040" y="376101"/>
                    <a:pt x="2917190" y="363401"/>
                    <a:pt x="2693670" y="363401"/>
                  </a:cubicBezTo>
                  <a:cubicBezTo>
                    <a:pt x="2424430" y="360861"/>
                    <a:pt x="1911350" y="405311"/>
                    <a:pt x="1804670" y="372291"/>
                  </a:cubicBezTo>
                  <a:cubicBezTo>
                    <a:pt x="1778000" y="363401"/>
                    <a:pt x="1769110" y="353241"/>
                    <a:pt x="1760220" y="341811"/>
                  </a:cubicBezTo>
                  <a:cubicBezTo>
                    <a:pt x="1751330" y="331651"/>
                    <a:pt x="1747520" y="320221"/>
                    <a:pt x="1746250" y="306251"/>
                  </a:cubicBezTo>
                  <a:cubicBezTo>
                    <a:pt x="1746250" y="291011"/>
                    <a:pt x="1751330" y="266881"/>
                    <a:pt x="1760220" y="254181"/>
                  </a:cubicBezTo>
                  <a:cubicBezTo>
                    <a:pt x="1766570" y="242751"/>
                    <a:pt x="1771650" y="236401"/>
                    <a:pt x="1786890" y="230051"/>
                  </a:cubicBezTo>
                  <a:cubicBezTo>
                    <a:pt x="1836420" y="209731"/>
                    <a:pt x="2043430" y="230051"/>
                    <a:pt x="2124710" y="212271"/>
                  </a:cubicBezTo>
                  <a:cubicBezTo>
                    <a:pt x="2174240" y="202111"/>
                    <a:pt x="2211070" y="169091"/>
                    <a:pt x="2240280" y="169091"/>
                  </a:cubicBezTo>
                  <a:cubicBezTo>
                    <a:pt x="2259330" y="169091"/>
                    <a:pt x="2274570" y="174171"/>
                    <a:pt x="2286000" y="185601"/>
                  </a:cubicBezTo>
                  <a:cubicBezTo>
                    <a:pt x="2298700" y="198301"/>
                    <a:pt x="2310130" y="227511"/>
                    <a:pt x="2308860" y="245291"/>
                  </a:cubicBezTo>
                  <a:cubicBezTo>
                    <a:pt x="2307590" y="261801"/>
                    <a:pt x="2296160" y="278311"/>
                    <a:pt x="2286000" y="288471"/>
                  </a:cubicBezTo>
                  <a:cubicBezTo>
                    <a:pt x="2277110" y="296091"/>
                    <a:pt x="2273300" y="299901"/>
                    <a:pt x="2256790" y="303711"/>
                  </a:cubicBezTo>
                  <a:cubicBezTo>
                    <a:pt x="2183130" y="322761"/>
                    <a:pt x="1746250" y="330381"/>
                    <a:pt x="1626870" y="313871"/>
                  </a:cubicBezTo>
                  <a:cubicBezTo>
                    <a:pt x="1577340" y="306251"/>
                    <a:pt x="1554480" y="284661"/>
                    <a:pt x="1524000" y="282121"/>
                  </a:cubicBezTo>
                  <a:cubicBezTo>
                    <a:pt x="1502410" y="279581"/>
                    <a:pt x="1484630" y="294821"/>
                    <a:pt x="1466850" y="288471"/>
                  </a:cubicBezTo>
                  <a:cubicBezTo>
                    <a:pt x="1446530" y="282121"/>
                    <a:pt x="1419860" y="257991"/>
                    <a:pt x="1410970" y="238941"/>
                  </a:cubicBezTo>
                  <a:cubicBezTo>
                    <a:pt x="1403350" y="221161"/>
                    <a:pt x="1405890" y="197031"/>
                    <a:pt x="1410970" y="180521"/>
                  </a:cubicBezTo>
                  <a:cubicBezTo>
                    <a:pt x="1414780" y="167821"/>
                    <a:pt x="1419860" y="158931"/>
                    <a:pt x="1432560" y="148771"/>
                  </a:cubicBezTo>
                  <a:cubicBezTo>
                    <a:pt x="1456690" y="129721"/>
                    <a:pt x="1504950" y="105591"/>
                    <a:pt x="1559560" y="96701"/>
                  </a:cubicBezTo>
                  <a:cubicBezTo>
                    <a:pt x="1645920" y="81461"/>
                    <a:pt x="1831340" y="86541"/>
                    <a:pt x="1908810" y="111941"/>
                  </a:cubicBezTo>
                  <a:cubicBezTo>
                    <a:pt x="1953260" y="127181"/>
                    <a:pt x="1958340" y="160201"/>
                    <a:pt x="2004060" y="175441"/>
                  </a:cubicBezTo>
                  <a:cubicBezTo>
                    <a:pt x="2099310" y="207191"/>
                    <a:pt x="2405380" y="158931"/>
                    <a:pt x="2473960" y="203381"/>
                  </a:cubicBezTo>
                  <a:cubicBezTo>
                    <a:pt x="2504440" y="223701"/>
                    <a:pt x="2518410" y="261801"/>
                    <a:pt x="2513330" y="284661"/>
                  </a:cubicBezTo>
                  <a:cubicBezTo>
                    <a:pt x="2509520" y="304981"/>
                    <a:pt x="2477770" y="322761"/>
                    <a:pt x="2452370" y="335461"/>
                  </a:cubicBezTo>
                  <a:cubicBezTo>
                    <a:pt x="2419350" y="350701"/>
                    <a:pt x="2382520" y="350701"/>
                    <a:pt x="2331720" y="360861"/>
                  </a:cubicBezTo>
                  <a:cubicBezTo>
                    <a:pt x="2244090" y="377371"/>
                    <a:pt x="2090420" y="406581"/>
                    <a:pt x="1974850" y="420551"/>
                  </a:cubicBezTo>
                  <a:cubicBezTo>
                    <a:pt x="1866900" y="434521"/>
                    <a:pt x="1719580" y="459921"/>
                    <a:pt x="1659890" y="448491"/>
                  </a:cubicBezTo>
                  <a:cubicBezTo>
                    <a:pt x="1634490" y="443411"/>
                    <a:pt x="1617980" y="435791"/>
                    <a:pt x="1607820" y="421821"/>
                  </a:cubicBezTo>
                  <a:cubicBezTo>
                    <a:pt x="1597660" y="407851"/>
                    <a:pt x="1595120" y="381181"/>
                    <a:pt x="1600200" y="364671"/>
                  </a:cubicBezTo>
                  <a:cubicBezTo>
                    <a:pt x="1604010" y="350701"/>
                    <a:pt x="1615440" y="340541"/>
                    <a:pt x="1628140" y="331651"/>
                  </a:cubicBezTo>
                  <a:cubicBezTo>
                    <a:pt x="1644650" y="321491"/>
                    <a:pt x="1666240" y="318951"/>
                    <a:pt x="1692910" y="311331"/>
                  </a:cubicBezTo>
                  <a:cubicBezTo>
                    <a:pt x="1732280" y="299901"/>
                    <a:pt x="1778000" y="284661"/>
                    <a:pt x="1842770" y="271961"/>
                  </a:cubicBezTo>
                  <a:cubicBezTo>
                    <a:pt x="1960880" y="247831"/>
                    <a:pt x="2217420" y="228781"/>
                    <a:pt x="2344420" y="205921"/>
                  </a:cubicBezTo>
                  <a:cubicBezTo>
                    <a:pt x="2421890" y="191951"/>
                    <a:pt x="2467610" y="171631"/>
                    <a:pt x="2531110" y="162741"/>
                  </a:cubicBezTo>
                  <a:cubicBezTo>
                    <a:pt x="2594610" y="153851"/>
                    <a:pt x="2686050" y="139881"/>
                    <a:pt x="2725420" y="151311"/>
                  </a:cubicBezTo>
                  <a:cubicBezTo>
                    <a:pt x="2744470" y="157661"/>
                    <a:pt x="2755900" y="167821"/>
                    <a:pt x="2763520" y="179251"/>
                  </a:cubicBezTo>
                  <a:cubicBezTo>
                    <a:pt x="2772410" y="191951"/>
                    <a:pt x="2776220" y="211001"/>
                    <a:pt x="2773680" y="226241"/>
                  </a:cubicBezTo>
                  <a:cubicBezTo>
                    <a:pt x="2772410" y="240211"/>
                    <a:pt x="2762250" y="257991"/>
                    <a:pt x="2750820" y="266881"/>
                  </a:cubicBezTo>
                  <a:cubicBezTo>
                    <a:pt x="2739390" y="277041"/>
                    <a:pt x="2729230" y="279581"/>
                    <a:pt x="2706370" y="283391"/>
                  </a:cubicBezTo>
                  <a:cubicBezTo>
                    <a:pt x="2632710" y="293551"/>
                    <a:pt x="2332990" y="296091"/>
                    <a:pt x="2235200" y="256721"/>
                  </a:cubicBezTo>
                  <a:cubicBezTo>
                    <a:pt x="2180590" y="236401"/>
                    <a:pt x="2125980" y="199571"/>
                    <a:pt x="2125980" y="167821"/>
                  </a:cubicBezTo>
                  <a:cubicBezTo>
                    <a:pt x="2125980" y="134801"/>
                    <a:pt x="2225040" y="63681"/>
                    <a:pt x="2256790" y="61141"/>
                  </a:cubicBezTo>
                  <a:cubicBezTo>
                    <a:pt x="2272030" y="59871"/>
                    <a:pt x="2284730" y="71301"/>
                    <a:pt x="2293620" y="81461"/>
                  </a:cubicBezTo>
                  <a:cubicBezTo>
                    <a:pt x="2302510" y="92891"/>
                    <a:pt x="2307590" y="110671"/>
                    <a:pt x="2308860" y="122101"/>
                  </a:cubicBezTo>
                  <a:cubicBezTo>
                    <a:pt x="2308860" y="132261"/>
                    <a:pt x="2306320" y="142421"/>
                    <a:pt x="2301240" y="150041"/>
                  </a:cubicBezTo>
                  <a:cubicBezTo>
                    <a:pt x="2294890" y="161471"/>
                    <a:pt x="2287270" y="170361"/>
                    <a:pt x="2268220" y="177981"/>
                  </a:cubicBezTo>
                  <a:cubicBezTo>
                    <a:pt x="2202180" y="207191"/>
                    <a:pt x="1965960" y="222431"/>
                    <a:pt x="1767840" y="235131"/>
                  </a:cubicBezTo>
                  <a:cubicBezTo>
                    <a:pt x="1478280" y="254181"/>
                    <a:pt x="807720" y="282121"/>
                    <a:pt x="697230" y="250371"/>
                  </a:cubicBezTo>
                  <a:cubicBezTo>
                    <a:pt x="675640" y="244021"/>
                    <a:pt x="669290" y="237671"/>
                    <a:pt x="661670" y="226241"/>
                  </a:cubicBezTo>
                  <a:cubicBezTo>
                    <a:pt x="654050" y="216081"/>
                    <a:pt x="648970" y="198301"/>
                    <a:pt x="650240" y="184331"/>
                  </a:cubicBezTo>
                  <a:cubicBezTo>
                    <a:pt x="651510" y="171631"/>
                    <a:pt x="659130" y="155121"/>
                    <a:pt x="669290" y="146231"/>
                  </a:cubicBezTo>
                  <a:cubicBezTo>
                    <a:pt x="679450" y="136071"/>
                    <a:pt x="689610" y="130991"/>
                    <a:pt x="709930" y="129721"/>
                  </a:cubicBezTo>
                  <a:cubicBezTo>
                    <a:pt x="760730" y="125911"/>
                    <a:pt x="891540" y="176711"/>
                    <a:pt x="988060" y="194491"/>
                  </a:cubicBezTo>
                  <a:cubicBezTo>
                    <a:pt x="1092200" y="214811"/>
                    <a:pt x="1179830" y="218621"/>
                    <a:pt x="1316990" y="242751"/>
                  </a:cubicBezTo>
                  <a:cubicBezTo>
                    <a:pt x="1550670" y="284661"/>
                    <a:pt x="2151380" y="392611"/>
                    <a:pt x="2256790" y="434521"/>
                  </a:cubicBezTo>
                  <a:cubicBezTo>
                    <a:pt x="2279650" y="443411"/>
                    <a:pt x="2287270" y="445951"/>
                    <a:pt x="2296160" y="458651"/>
                  </a:cubicBezTo>
                  <a:cubicBezTo>
                    <a:pt x="2305050" y="472621"/>
                    <a:pt x="2310130" y="501831"/>
                    <a:pt x="2306320" y="518341"/>
                  </a:cubicBezTo>
                  <a:cubicBezTo>
                    <a:pt x="2302510" y="532311"/>
                    <a:pt x="2289810" y="546281"/>
                    <a:pt x="2278380" y="553901"/>
                  </a:cubicBezTo>
                  <a:cubicBezTo>
                    <a:pt x="2265680" y="561521"/>
                    <a:pt x="2232660" y="561521"/>
                    <a:pt x="2232660" y="56152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352472" y="2721292"/>
            <a:ext cx="285750" cy="329565"/>
            <a:chOff x="0" y="0"/>
            <a:chExt cx="381000" cy="4394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6836" y="46673"/>
              <a:ext cx="283117" cy="342503"/>
            </a:xfrm>
            <a:custGeom>
              <a:avLst/>
              <a:gdLst/>
              <a:ahLst/>
              <a:cxnLst/>
              <a:rect r="r" b="b" t="t" l="l"/>
              <a:pathLst>
                <a:path h="342503" w="283117">
                  <a:moveTo>
                    <a:pt x="204624" y="159067"/>
                  </a:moveTo>
                  <a:cubicBezTo>
                    <a:pt x="129694" y="171767"/>
                    <a:pt x="172874" y="255587"/>
                    <a:pt x="161444" y="287337"/>
                  </a:cubicBezTo>
                  <a:cubicBezTo>
                    <a:pt x="151284" y="311467"/>
                    <a:pt x="124614" y="331787"/>
                    <a:pt x="105564" y="339407"/>
                  </a:cubicBezTo>
                  <a:cubicBezTo>
                    <a:pt x="89054" y="344487"/>
                    <a:pt x="68734" y="341947"/>
                    <a:pt x="53494" y="335597"/>
                  </a:cubicBezTo>
                  <a:cubicBezTo>
                    <a:pt x="38254" y="329247"/>
                    <a:pt x="21744" y="317817"/>
                    <a:pt x="15394" y="301307"/>
                  </a:cubicBezTo>
                  <a:cubicBezTo>
                    <a:pt x="5234" y="283527"/>
                    <a:pt x="1424" y="246697"/>
                    <a:pt x="11584" y="226377"/>
                  </a:cubicBezTo>
                  <a:cubicBezTo>
                    <a:pt x="21744" y="206057"/>
                    <a:pt x="50954" y="184467"/>
                    <a:pt x="72544" y="180657"/>
                  </a:cubicBezTo>
                  <a:cubicBezTo>
                    <a:pt x="94134" y="178117"/>
                    <a:pt x="128424" y="192087"/>
                    <a:pt x="143664" y="206057"/>
                  </a:cubicBezTo>
                  <a:cubicBezTo>
                    <a:pt x="156364" y="217487"/>
                    <a:pt x="163984" y="236537"/>
                    <a:pt x="165254" y="253047"/>
                  </a:cubicBezTo>
                  <a:cubicBezTo>
                    <a:pt x="166524" y="269557"/>
                    <a:pt x="163984" y="289877"/>
                    <a:pt x="153824" y="303847"/>
                  </a:cubicBezTo>
                  <a:cubicBezTo>
                    <a:pt x="141124" y="320357"/>
                    <a:pt x="108104" y="339407"/>
                    <a:pt x="87784" y="341947"/>
                  </a:cubicBezTo>
                  <a:cubicBezTo>
                    <a:pt x="71274" y="344487"/>
                    <a:pt x="52224" y="338137"/>
                    <a:pt x="38254" y="326707"/>
                  </a:cubicBezTo>
                  <a:cubicBezTo>
                    <a:pt x="21744" y="314007"/>
                    <a:pt x="9044" y="287337"/>
                    <a:pt x="3964" y="259397"/>
                  </a:cubicBezTo>
                  <a:cubicBezTo>
                    <a:pt x="-3656" y="223837"/>
                    <a:pt x="154" y="164147"/>
                    <a:pt x="11584" y="126047"/>
                  </a:cubicBezTo>
                  <a:cubicBezTo>
                    <a:pt x="20474" y="93027"/>
                    <a:pt x="35714" y="63817"/>
                    <a:pt x="56034" y="43497"/>
                  </a:cubicBezTo>
                  <a:cubicBezTo>
                    <a:pt x="75084" y="24447"/>
                    <a:pt x="99214" y="13017"/>
                    <a:pt x="125884" y="5397"/>
                  </a:cubicBezTo>
                  <a:cubicBezTo>
                    <a:pt x="155094" y="-2223"/>
                    <a:pt x="199544" y="-953"/>
                    <a:pt x="223674" y="4127"/>
                  </a:cubicBezTo>
                  <a:cubicBezTo>
                    <a:pt x="238914" y="7937"/>
                    <a:pt x="247804" y="13017"/>
                    <a:pt x="256694" y="21907"/>
                  </a:cubicBezTo>
                  <a:cubicBezTo>
                    <a:pt x="268124" y="33337"/>
                    <a:pt x="279554" y="54927"/>
                    <a:pt x="282094" y="71437"/>
                  </a:cubicBezTo>
                  <a:cubicBezTo>
                    <a:pt x="284634" y="84137"/>
                    <a:pt x="282094" y="96837"/>
                    <a:pt x="278284" y="108267"/>
                  </a:cubicBezTo>
                  <a:cubicBezTo>
                    <a:pt x="274474" y="119697"/>
                    <a:pt x="266854" y="131127"/>
                    <a:pt x="256694" y="138747"/>
                  </a:cubicBezTo>
                  <a:cubicBezTo>
                    <a:pt x="243994" y="148907"/>
                    <a:pt x="204624" y="159067"/>
                    <a:pt x="204624" y="15906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311515" y="2870835"/>
            <a:ext cx="315278" cy="1211580"/>
            <a:chOff x="0" y="0"/>
            <a:chExt cx="420370" cy="1615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661" y="50800"/>
              <a:ext cx="324239" cy="1513217"/>
            </a:xfrm>
            <a:custGeom>
              <a:avLst/>
              <a:gdLst/>
              <a:ahLst/>
              <a:cxnLst/>
              <a:rect r="r" b="b" t="t" l="l"/>
              <a:pathLst>
                <a:path h="1513217" w="324239">
                  <a:moveTo>
                    <a:pt x="216229" y="67310"/>
                  </a:moveTo>
                  <a:cubicBezTo>
                    <a:pt x="255599" y="462280"/>
                    <a:pt x="308939" y="615950"/>
                    <a:pt x="319099" y="695960"/>
                  </a:cubicBezTo>
                  <a:cubicBezTo>
                    <a:pt x="325449" y="737870"/>
                    <a:pt x="325449" y="751840"/>
                    <a:pt x="321639" y="795020"/>
                  </a:cubicBezTo>
                  <a:cubicBezTo>
                    <a:pt x="316559" y="875030"/>
                    <a:pt x="270839" y="1042670"/>
                    <a:pt x="263219" y="1139190"/>
                  </a:cubicBezTo>
                  <a:cubicBezTo>
                    <a:pt x="256869" y="1209040"/>
                    <a:pt x="256869" y="1268730"/>
                    <a:pt x="263219" y="1320800"/>
                  </a:cubicBezTo>
                  <a:cubicBezTo>
                    <a:pt x="268299" y="1361440"/>
                    <a:pt x="293699" y="1398270"/>
                    <a:pt x="292429" y="1427480"/>
                  </a:cubicBezTo>
                  <a:cubicBezTo>
                    <a:pt x="291159" y="1450340"/>
                    <a:pt x="283539" y="1470660"/>
                    <a:pt x="272109" y="1484630"/>
                  </a:cubicBezTo>
                  <a:cubicBezTo>
                    <a:pt x="259409" y="1498600"/>
                    <a:pt x="237819" y="1510030"/>
                    <a:pt x="218769" y="1512570"/>
                  </a:cubicBezTo>
                  <a:cubicBezTo>
                    <a:pt x="200989" y="1515110"/>
                    <a:pt x="175589" y="1510030"/>
                    <a:pt x="160349" y="1499870"/>
                  </a:cubicBezTo>
                  <a:cubicBezTo>
                    <a:pt x="145109" y="1489710"/>
                    <a:pt x="133679" y="1478280"/>
                    <a:pt x="126059" y="1450340"/>
                  </a:cubicBezTo>
                  <a:cubicBezTo>
                    <a:pt x="103199" y="1374140"/>
                    <a:pt x="156539" y="1097280"/>
                    <a:pt x="145109" y="956310"/>
                  </a:cubicBezTo>
                  <a:cubicBezTo>
                    <a:pt x="136219" y="852170"/>
                    <a:pt x="114629" y="764540"/>
                    <a:pt x="89229" y="683260"/>
                  </a:cubicBezTo>
                  <a:cubicBezTo>
                    <a:pt x="66369" y="613410"/>
                    <a:pt x="14299" y="561340"/>
                    <a:pt x="4139" y="495300"/>
                  </a:cubicBezTo>
                  <a:cubicBezTo>
                    <a:pt x="-6021" y="427990"/>
                    <a:pt x="2869" y="323850"/>
                    <a:pt x="26999" y="281940"/>
                  </a:cubicBezTo>
                  <a:cubicBezTo>
                    <a:pt x="42239" y="256540"/>
                    <a:pt x="68909" y="242570"/>
                    <a:pt x="89229" y="238760"/>
                  </a:cubicBezTo>
                  <a:cubicBezTo>
                    <a:pt x="107009" y="234950"/>
                    <a:pt x="126059" y="238760"/>
                    <a:pt x="140029" y="248920"/>
                  </a:cubicBezTo>
                  <a:cubicBezTo>
                    <a:pt x="157809" y="260350"/>
                    <a:pt x="178129" y="290830"/>
                    <a:pt x="179399" y="313690"/>
                  </a:cubicBezTo>
                  <a:cubicBezTo>
                    <a:pt x="181939" y="335280"/>
                    <a:pt x="166699" y="368300"/>
                    <a:pt x="148919" y="382270"/>
                  </a:cubicBezTo>
                  <a:cubicBezTo>
                    <a:pt x="131139" y="396240"/>
                    <a:pt x="95579" y="402590"/>
                    <a:pt x="73989" y="394970"/>
                  </a:cubicBezTo>
                  <a:cubicBezTo>
                    <a:pt x="52399" y="388620"/>
                    <a:pt x="28269" y="361950"/>
                    <a:pt x="21919" y="341630"/>
                  </a:cubicBezTo>
                  <a:cubicBezTo>
                    <a:pt x="15569" y="320040"/>
                    <a:pt x="24459" y="284480"/>
                    <a:pt x="37159" y="266700"/>
                  </a:cubicBezTo>
                  <a:cubicBezTo>
                    <a:pt x="47319" y="252730"/>
                    <a:pt x="65099" y="243840"/>
                    <a:pt x="80339" y="240030"/>
                  </a:cubicBezTo>
                  <a:cubicBezTo>
                    <a:pt x="96849" y="236220"/>
                    <a:pt x="117169" y="236220"/>
                    <a:pt x="132409" y="245110"/>
                  </a:cubicBezTo>
                  <a:cubicBezTo>
                    <a:pt x="150189" y="255270"/>
                    <a:pt x="170509" y="276860"/>
                    <a:pt x="179399" y="304800"/>
                  </a:cubicBezTo>
                  <a:cubicBezTo>
                    <a:pt x="190829" y="346710"/>
                    <a:pt x="150189" y="427990"/>
                    <a:pt x="160349" y="486410"/>
                  </a:cubicBezTo>
                  <a:cubicBezTo>
                    <a:pt x="169239" y="544830"/>
                    <a:pt x="218769" y="594360"/>
                    <a:pt x="239089" y="654050"/>
                  </a:cubicBezTo>
                  <a:cubicBezTo>
                    <a:pt x="260679" y="717550"/>
                    <a:pt x="272109" y="775970"/>
                    <a:pt x="282269" y="857250"/>
                  </a:cubicBezTo>
                  <a:cubicBezTo>
                    <a:pt x="297509" y="975360"/>
                    <a:pt x="306399" y="1184910"/>
                    <a:pt x="302589" y="1296670"/>
                  </a:cubicBezTo>
                  <a:cubicBezTo>
                    <a:pt x="300049" y="1367790"/>
                    <a:pt x="297509" y="1435100"/>
                    <a:pt x="283539" y="1466850"/>
                  </a:cubicBezTo>
                  <a:cubicBezTo>
                    <a:pt x="275919" y="1483360"/>
                    <a:pt x="267029" y="1490980"/>
                    <a:pt x="256869" y="1498600"/>
                  </a:cubicBezTo>
                  <a:cubicBezTo>
                    <a:pt x="245439" y="1506220"/>
                    <a:pt x="232739" y="1512570"/>
                    <a:pt x="218769" y="1512570"/>
                  </a:cubicBezTo>
                  <a:cubicBezTo>
                    <a:pt x="202259" y="1513840"/>
                    <a:pt x="178129" y="1510030"/>
                    <a:pt x="160349" y="1499870"/>
                  </a:cubicBezTo>
                  <a:cubicBezTo>
                    <a:pt x="141299" y="1487170"/>
                    <a:pt x="122249" y="1461770"/>
                    <a:pt x="110819" y="1435100"/>
                  </a:cubicBezTo>
                  <a:cubicBezTo>
                    <a:pt x="98119" y="1404620"/>
                    <a:pt x="98119" y="1363980"/>
                    <a:pt x="95579" y="1320800"/>
                  </a:cubicBezTo>
                  <a:cubicBezTo>
                    <a:pt x="91769" y="1266190"/>
                    <a:pt x="91769" y="1205230"/>
                    <a:pt x="98119" y="1134110"/>
                  </a:cubicBezTo>
                  <a:cubicBezTo>
                    <a:pt x="107009" y="1037590"/>
                    <a:pt x="150189" y="873760"/>
                    <a:pt x="157809" y="795020"/>
                  </a:cubicBezTo>
                  <a:cubicBezTo>
                    <a:pt x="160349" y="755650"/>
                    <a:pt x="159079" y="737870"/>
                    <a:pt x="156539" y="702310"/>
                  </a:cubicBezTo>
                  <a:cubicBezTo>
                    <a:pt x="152729" y="652780"/>
                    <a:pt x="145109" y="568960"/>
                    <a:pt x="129869" y="524510"/>
                  </a:cubicBezTo>
                  <a:cubicBezTo>
                    <a:pt x="120979" y="495300"/>
                    <a:pt x="103199" y="488950"/>
                    <a:pt x="93039" y="453390"/>
                  </a:cubicBezTo>
                  <a:cubicBezTo>
                    <a:pt x="71449" y="378460"/>
                    <a:pt x="48589" y="134620"/>
                    <a:pt x="61289" y="68580"/>
                  </a:cubicBezTo>
                  <a:cubicBezTo>
                    <a:pt x="66369" y="43180"/>
                    <a:pt x="73989" y="30480"/>
                    <a:pt x="87959" y="19050"/>
                  </a:cubicBezTo>
                  <a:cubicBezTo>
                    <a:pt x="100659" y="7620"/>
                    <a:pt x="122249" y="0"/>
                    <a:pt x="138759" y="0"/>
                  </a:cubicBezTo>
                  <a:cubicBezTo>
                    <a:pt x="156539" y="0"/>
                    <a:pt x="178129" y="7620"/>
                    <a:pt x="190829" y="19050"/>
                  </a:cubicBezTo>
                  <a:cubicBezTo>
                    <a:pt x="203529" y="30480"/>
                    <a:pt x="216229" y="67310"/>
                    <a:pt x="216229" y="673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65795" y="7617143"/>
            <a:ext cx="452438" cy="1234440"/>
            <a:chOff x="0" y="0"/>
            <a:chExt cx="60325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782" y="48098"/>
              <a:ext cx="501737" cy="1547346"/>
            </a:xfrm>
            <a:custGeom>
              <a:avLst/>
              <a:gdLst/>
              <a:ahLst/>
              <a:cxnLst/>
              <a:rect r="r" b="b" t="t" l="l"/>
              <a:pathLst>
                <a:path h="1547346" w="501737">
                  <a:moveTo>
                    <a:pt x="237508" y="29372"/>
                  </a:moveTo>
                  <a:cubicBezTo>
                    <a:pt x="364508" y="188122"/>
                    <a:pt x="364508" y="200822"/>
                    <a:pt x="369588" y="245272"/>
                  </a:cubicBezTo>
                  <a:cubicBezTo>
                    <a:pt x="384828" y="379892"/>
                    <a:pt x="388638" y="882812"/>
                    <a:pt x="381018" y="1059342"/>
                  </a:cubicBezTo>
                  <a:cubicBezTo>
                    <a:pt x="377208" y="1145702"/>
                    <a:pt x="373398" y="1182532"/>
                    <a:pt x="360698" y="1249842"/>
                  </a:cubicBezTo>
                  <a:cubicBezTo>
                    <a:pt x="345458" y="1329852"/>
                    <a:pt x="313708" y="1463202"/>
                    <a:pt x="290848" y="1505112"/>
                  </a:cubicBezTo>
                  <a:cubicBezTo>
                    <a:pt x="280688" y="1521622"/>
                    <a:pt x="273068" y="1527972"/>
                    <a:pt x="261638" y="1534322"/>
                  </a:cubicBezTo>
                  <a:cubicBezTo>
                    <a:pt x="250208" y="1541942"/>
                    <a:pt x="236238" y="1547022"/>
                    <a:pt x="223538" y="1547022"/>
                  </a:cubicBezTo>
                  <a:cubicBezTo>
                    <a:pt x="209568" y="1548292"/>
                    <a:pt x="195598" y="1545752"/>
                    <a:pt x="182898" y="1540672"/>
                  </a:cubicBezTo>
                  <a:cubicBezTo>
                    <a:pt x="170198" y="1535592"/>
                    <a:pt x="160038" y="1530512"/>
                    <a:pt x="149878" y="1516542"/>
                  </a:cubicBezTo>
                  <a:cubicBezTo>
                    <a:pt x="128288" y="1484792"/>
                    <a:pt x="106698" y="1397162"/>
                    <a:pt x="95268" y="1329852"/>
                  </a:cubicBezTo>
                  <a:cubicBezTo>
                    <a:pt x="81298" y="1253652"/>
                    <a:pt x="92728" y="1168562"/>
                    <a:pt x="78758" y="1082202"/>
                  </a:cubicBezTo>
                  <a:cubicBezTo>
                    <a:pt x="63518" y="983142"/>
                    <a:pt x="-1252" y="842172"/>
                    <a:pt x="18" y="769782"/>
                  </a:cubicBezTo>
                  <a:cubicBezTo>
                    <a:pt x="1288" y="729142"/>
                    <a:pt x="10178" y="701202"/>
                    <a:pt x="30498" y="677072"/>
                  </a:cubicBezTo>
                  <a:cubicBezTo>
                    <a:pt x="52088" y="650402"/>
                    <a:pt x="97808" y="628812"/>
                    <a:pt x="134638" y="623732"/>
                  </a:cubicBezTo>
                  <a:cubicBezTo>
                    <a:pt x="174008" y="619922"/>
                    <a:pt x="217188" y="635162"/>
                    <a:pt x="257828" y="650402"/>
                  </a:cubicBezTo>
                  <a:cubicBezTo>
                    <a:pt x="303548" y="666912"/>
                    <a:pt x="367048" y="694852"/>
                    <a:pt x="394988" y="726602"/>
                  </a:cubicBezTo>
                  <a:cubicBezTo>
                    <a:pt x="416578" y="750732"/>
                    <a:pt x="428008" y="778672"/>
                    <a:pt x="428008" y="809152"/>
                  </a:cubicBezTo>
                  <a:cubicBezTo>
                    <a:pt x="426738" y="848522"/>
                    <a:pt x="397528" y="905672"/>
                    <a:pt x="372128" y="943772"/>
                  </a:cubicBezTo>
                  <a:cubicBezTo>
                    <a:pt x="347998" y="978062"/>
                    <a:pt x="309898" y="1030132"/>
                    <a:pt x="281958" y="1030132"/>
                  </a:cubicBezTo>
                  <a:cubicBezTo>
                    <a:pt x="260368" y="1031402"/>
                    <a:pt x="218458" y="990762"/>
                    <a:pt x="222268" y="976792"/>
                  </a:cubicBezTo>
                  <a:cubicBezTo>
                    <a:pt x="228618" y="953932"/>
                    <a:pt x="375938" y="933612"/>
                    <a:pt x="420388" y="937422"/>
                  </a:cubicBezTo>
                  <a:cubicBezTo>
                    <a:pt x="443248" y="938692"/>
                    <a:pt x="457218" y="943772"/>
                    <a:pt x="471188" y="956472"/>
                  </a:cubicBezTo>
                  <a:cubicBezTo>
                    <a:pt x="486428" y="971712"/>
                    <a:pt x="502938" y="1006002"/>
                    <a:pt x="501668" y="1028862"/>
                  </a:cubicBezTo>
                  <a:cubicBezTo>
                    <a:pt x="499128" y="1052992"/>
                    <a:pt x="476268" y="1083472"/>
                    <a:pt x="458488" y="1096172"/>
                  </a:cubicBezTo>
                  <a:cubicBezTo>
                    <a:pt x="443248" y="1105062"/>
                    <a:pt x="421658" y="1107602"/>
                    <a:pt x="405148" y="1105062"/>
                  </a:cubicBezTo>
                  <a:cubicBezTo>
                    <a:pt x="387368" y="1102522"/>
                    <a:pt x="368318" y="1094902"/>
                    <a:pt x="356888" y="1080932"/>
                  </a:cubicBezTo>
                  <a:cubicBezTo>
                    <a:pt x="342918" y="1064422"/>
                    <a:pt x="331488" y="1026322"/>
                    <a:pt x="334028" y="1004732"/>
                  </a:cubicBezTo>
                  <a:cubicBezTo>
                    <a:pt x="336568" y="986952"/>
                    <a:pt x="347998" y="969172"/>
                    <a:pt x="360698" y="957742"/>
                  </a:cubicBezTo>
                  <a:cubicBezTo>
                    <a:pt x="373398" y="946312"/>
                    <a:pt x="393718" y="938692"/>
                    <a:pt x="411498" y="937422"/>
                  </a:cubicBezTo>
                  <a:cubicBezTo>
                    <a:pt x="428008" y="936152"/>
                    <a:pt x="449598" y="941232"/>
                    <a:pt x="463568" y="950122"/>
                  </a:cubicBezTo>
                  <a:cubicBezTo>
                    <a:pt x="477538" y="960282"/>
                    <a:pt x="491508" y="976792"/>
                    <a:pt x="496588" y="993302"/>
                  </a:cubicBezTo>
                  <a:cubicBezTo>
                    <a:pt x="502938" y="1009812"/>
                    <a:pt x="502938" y="1031402"/>
                    <a:pt x="497858" y="1046642"/>
                  </a:cubicBezTo>
                  <a:cubicBezTo>
                    <a:pt x="492778" y="1063152"/>
                    <a:pt x="482618" y="1078392"/>
                    <a:pt x="466108" y="1091092"/>
                  </a:cubicBezTo>
                  <a:cubicBezTo>
                    <a:pt x="439438" y="1108872"/>
                    <a:pt x="382288" y="1119032"/>
                    <a:pt x="344188" y="1125382"/>
                  </a:cubicBezTo>
                  <a:cubicBezTo>
                    <a:pt x="311168" y="1130462"/>
                    <a:pt x="284498" y="1131732"/>
                    <a:pt x="251478" y="1129192"/>
                  </a:cubicBezTo>
                  <a:cubicBezTo>
                    <a:pt x="215918" y="1125382"/>
                    <a:pt x="158768" y="1127922"/>
                    <a:pt x="135908" y="1103792"/>
                  </a:cubicBezTo>
                  <a:cubicBezTo>
                    <a:pt x="111778" y="1078392"/>
                    <a:pt x="105428" y="1014892"/>
                    <a:pt x="114318" y="979332"/>
                  </a:cubicBezTo>
                  <a:cubicBezTo>
                    <a:pt x="123208" y="945042"/>
                    <a:pt x="154958" y="915832"/>
                    <a:pt x="182898" y="891702"/>
                  </a:cubicBezTo>
                  <a:cubicBezTo>
                    <a:pt x="210838" y="866302"/>
                    <a:pt x="285768" y="843442"/>
                    <a:pt x="283228" y="832012"/>
                  </a:cubicBezTo>
                  <a:cubicBezTo>
                    <a:pt x="280688" y="820582"/>
                    <a:pt x="189248" y="804072"/>
                    <a:pt x="174008" y="821852"/>
                  </a:cubicBezTo>
                  <a:cubicBezTo>
                    <a:pt x="156228" y="844712"/>
                    <a:pt x="210838" y="931072"/>
                    <a:pt x="224808" y="993302"/>
                  </a:cubicBezTo>
                  <a:cubicBezTo>
                    <a:pt x="241318" y="1068232"/>
                    <a:pt x="254018" y="1169832"/>
                    <a:pt x="260368" y="1240952"/>
                  </a:cubicBezTo>
                  <a:cubicBezTo>
                    <a:pt x="265448" y="1294292"/>
                    <a:pt x="255288" y="1342552"/>
                    <a:pt x="264178" y="1383192"/>
                  </a:cubicBezTo>
                  <a:cubicBezTo>
                    <a:pt x="271798" y="1414942"/>
                    <a:pt x="302278" y="1441612"/>
                    <a:pt x="302278" y="1465742"/>
                  </a:cubicBezTo>
                  <a:cubicBezTo>
                    <a:pt x="302278" y="1486062"/>
                    <a:pt x="290848" y="1507652"/>
                    <a:pt x="278148" y="1521622"/>
                  </a:cubicBezTo>
                  <a:cubicBezTo>
                    <a:pt x="265448" y="1535592"/>
                    <a:pt x="242588" y="1545752"/>
                    <a:pt x="223538" y="1547022"/>
                  </a:cubicBezTo>
                  <a:cubicBezTo>
                    <a:pt x="204488" y="1548292"/>
                    <a:pt x="180358" y="1541942"/>
                    <a:pt x="165118" y="1530512"/>
                  </a:cubicBezTo>
                  <a:cubicBezTo>
                    <a:pt x="149878" y="1519082"/>
                    <a:pt x="138448" y="1506382"/>
                    <a:pt x="133368" y="1479712"/>
                  </a:cubicBezTo>
                  <a:cubicBezTo>
                    <a:pt x="119398" y="1407322"/>
                    <a:pt x="196868" y="1223172"/>
                    <a:pt x="212108" y="1059342"/>
                  </a:cubicBezTo>
                  <a:cubicBezTo>
                    <a:pt x="233698" y="833282"/>
                    <a:pt x="270528" y="382432"/>
                    <a:pt x="215918" y="238922"/>
                  </a:cubicBezTo>
                  <a:cubicBezTo>
                    <a:pt x="193058" y="177962"/>
                    <a:pt x="133368" y="158912"/>
                    <a:pt x="115588" y="127162"/>
                  </a:cubicBezTo>
                  <a:cubicBezTo>
                    <a:pt x="104158" y="106842"/>
                    <a:pt x="97808" y="89062"/>
                    <a:pt x="97808" y="73822"/>
                  </a:cubicBezTo>
                  <a:cubicBezTo>
                    <a:pt x="97808" y="61122"/>
                    <a:pt x="101618" y="48422"/>
                    <a:pt x="109238" y="38262"/>
                  </a:cubicBezTo>
                  <a:cubicBezTo>
                    <a:pt x="118128" y="24292"/>
                    <a:pt x="135908" y="9052"/>
                    <a:pt x="152418" y="2702"/>
                  </a:cubicBezTo>
                  <a:cubicBezTo>
                    <a:pt x="168928" y="-2378"/>
                    <a:pt x="193058" y="162"/>
                    <a:pt x="207028" y="6512"/>
                  </a:cubicBezTo>
                  <a:cubicBezTo>
                    <a:pt x="219728" y="10322"/>
                    <a:pt x="237508" y="29372"/>
                    <a:pt x="237508" y="2937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23573" y="807176"/>
            <a:ext cx="8948247" cy="8921119"/>
          </a:xfrm>
          <a:custGeom>
            <a:avLst/>
            <a:gdLst/>
            <a:ahLst/>
            <a:cxnLst/>
            <a:rect r="r" b="b" t="t" l="l"/>
            <a:pathLst>
              <a:path h="8921119" w="8948247">
                <a:moveTo>
                  <a:pt x="0" y="0"/>
                </a:moveTo>
                <a:lnTo>
                  <a:pt x="8948247" y="0"/>
                </a:lnTo>
                <a:lnTo>
                  <a:pt x="8948247" y="8921119"/>
                </a:lnTo>
                <a:lnTo>
                  <a:pt x="0" y="8921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9" r="0" b="-89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77627" y="1808741"/>
            <a:ext cx="9932746" cy="7449559"/>
          </a:xfrm>
          <a:custGeom>
            <a:avLst/>
            <a:gdLst/>
            <a:ahLst/>
            <a:cxnLst/>
            <a:rect r="r" b="b" t="t" l="l"/>
            <a:pathLst>
              <a:path h="7449559" w="9932746">
                <a:moveTo>
                  <a:pt x="0" y="0"/>
                </a:moveTo>
                <a:lnTo>
                  <a:pt x="9932746" y="0"/>
                </a:lnTo>
                <a:lnTo>
                  <a:pt x="9932746" y="7449559"/>
                </a:lnTo>
                <a:lnTo>
                  <a:pt x="0" y="74495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03423" y="210862"/>
            <a:ext cx="7087340" cy="9449787"/>
          </a:xfrm>
          <a:custGeom>
            <a:avLst/>
            <a:gdLst/>
            <a:ahLst/>
            <a:cxnLst/>
            <a:rect r="r" b="b" t="t" l="l"/>
            <a:pathLst>
              <a:path h="9449787" w="7087340">
                <a:moveTo>
                  <a:pt x="0" y="0"/>
                </a:moveTo>
                <a:lnTo>
                  <a:pt x="7087340" y="0"/>
                </a:lnTo>
                <a:lnTo>
                  <a:pt x="7087340" y="9449786"/>
                </a:lnTo>
                <a:lnTo>
                  <a:pt x="0" y="9449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8713" y="623867"/>
            <a:ext cx="14283046" cy="9301833"/>
          </a:xfrm>
          <a:custGeom>
            <a:avLst/>
            <a:gdLst/>
            <a:ahLst/>
            <a:cxnLst/>
            <a:rect r="r" b="b" t="t" l="l"/>
            <a:pathLst>
              <a:path h="9301833" w="14283046">
                <a:moveTo>
                  <a:pt x="0" y="0"/>
                </a:moveTo>
                <a:lnTo>
                  <a:pt x="14283045" y="0"/>
                </a:lnTo>
                <a:lnTo>
                  <a:pt x="14283045" y="9301833"/>
                </a:lnTo>
                <a:lnTo>
                  <a:pt x="0" y="9301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57072" y="8053388"/>
            <a:ext cx="3319462" cy="1487805"/>
            <a:chOff x="0" y="0"/>
            <a:chExt cx="4425950" cy="19837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9487" y="49966"/>
              <a:ext cx="4325663" cy="1884005"/>
            </a:xfrm>
            <a:custGeom>
              <a:avLst/>
              <a:gdLst/>
              <a:ahLst/>
              <a:cxnLst/>
              <a:rect r="r" b="b" t="t" l="l"/>
              <a:pathLst>
                <a:path h="1884005" w="4325663">
                  <a:moveTo>
                    <a:pt x="1121453" y="515184"/>
                  </a:moveTo>
                  <a:cubicBezTo>
                    <a:pt x="1347513" y="492324"/>
                    <a:pt x="1408473" y="456764"/>
                    <a:pt x="1487213" y="435174"/>
                  </a:cubicBezTo>
                  <a:cubicBezTo>
                    <a:pt x="1591353" y="408504"/>
                    <a:pt x="1738673" y="397074"/>
                    <a:pt x="1854243" y="367864"/>
                  </a:cubicBezTo>
                  <a:cubicBezTo>
                    <a:pt x="1962193" y="341194"/>
                    <a:pt x="2059983" y="299284"/>
                    <a:pt x="2161583" y="272614"/>
                  </a:cubicBezTo>
                  <a:cubicBezTo>
                    <a:pt x="2261913" y="247214"/>
                    <a:pt x="2367323" y="234514"/>
                    <a:pt x="2462573" y="207844"/>
                  </a:cubicBezTo>
                  <a:cubicBezTo>
                    <a:pt x="2550203" y="182444"/>
                    <a:pt x="2664503" y="117674"/>
                    <a:pt x="2712763" y="116404"/>
                  </a:cubicBezTo>
                  <a:cubicBezTo>
                    <a:pt x="2733083" y="115134"/>
                    <a:pt x="2743243" y="120214"/>
                    <a:pt x="2754673" y="129104"/>
                  </a:cubicBezTo>
                  <a:cubicBezTo>
                    <a:pt x="2764833" y="136724"/>
                    <a:pt x="2773723" y="151964"/>
                    <a:pt x="2776263" y="164664"/>
                  </a:cubicBezTo>
                  <a:cubicBezTo>
                    <a:pt x="2778803" y="178634"/>
                    <a:pt x="2774993" y="196414"/>
                    <a:pt x="2768643" y="207844"/>
                  </a:cubicBezTo>
                  <a:cubicBezTo>
                    <a:pt x="2764833" y="216734"/>
                    <a:pt x="2761023" y="221814"/>
                    <a:pt x="2748323" y="228164"/>
                  </a:cubicBezTo>
                  <a:cubicBezTo>
                    <a:pt x="2717843" y="243404"/>
                    <a:pt x="2632753" y="240864"/>
                    <a:pt x="2548933" y="257374"/>
                  </a:cubicBezTo>
                  <a:cubicBezTo>
                    <a:pt x="2401613" y="285314"/>
                    <a:pt x="2115863" y="351354"/>
                    <a:pt x="1943143" y="403424"/>
                  </a:cubicBezTo>
                  <a:cubicBezTo>
                    <a:pt x="1809793" y="444064"/>
                    <a:pt x="1654853" y="527884"/>
                    <a:pt x="1596433" y="530424"/>
                  </a:cubicBezTo>
                  <a:cubicBezTo>
                    <a:pt x="1576113" y="531694"/>
                    <a:pt x="1565953" y="526614"/>
                    <a:pt x="1554523" y="518994"/>
                  </a:cubicBezTo>
                  <a:cubicBezTo>
                    <a:pt x="1544363" y="511374"/>
                    <a:pt x="1534203" y="496134"/>
                    <a:pt x="1531663" y="483434"/>
                  </a:cubicBezTo>
                  <a:cubicBezTo>
                    <a:pt x="1529123" y="470734"/>
                    <a:pt x="1531663" y="452954"/>
                    <a:pt x="1538013" y="441524"/>
                  </a:cubicBezTo>
                  <a:cubicBezTo>
                    <a:pt x="1545633" y="430094"/>
                    <a:pt x="1553253" y="421204"/>
                    <a:pt x="1571033" y="414854"/>
                  </a:cubicBezTo>
                  <a:cubicBezTo>
                    <a:pt x="1616753" y="395804"/>
                    <a:pt x="1761533" y="405964"/>
                    <a:pt x="1849163" y="389454"/>
                  </a:cubicBezTo>
                  <a:cubicBezTo>
                    <a:pt x="1929173" y="374214"/>
                    <a:pt x="2030773" y="318334"/>
                    <a:pt x="2075223" y="323414"/>
                  </a:cubicBezTo>
                  <a:cubicBezTo>
                    <a:pt x="2094273" y="325954"/>
                    <a:pt x="2104433" y="334844"/>
                    <a:pt x="2113323" y="345004"/>
                  </a:cubicBezTo>
                  <a:cubicBezTo>
                    <a:pt x="2122213" y="355164"/>
                    <a:pt x="2127293" y="374214"/>
                    <a:pt x="2128563" y="386914"/>
                  </a:cubicBezTo>
                  <a:cubicBezTo>
                    <a:pt x="2128563" y="397074"/>
                    <a:pt x="2126023" y="407234"/>
                    <a:pt x="2119673" y="416124"/>
                  </a:cubicBezTo>
                  <a:cubicBezTo>
                    <a:pt x="2113323" y="426284"/>
                    <a:pt x="2105703" y="436444"/>
                    <a:pt x="2086653" y="444064"/>
                  </a:cubicBezTo>
                  <a:cubicBezTo>
                    <a:pt x="2029503" y="468194"/>
                    <a:pt x="1849163" y="472004"/>
                    <a:pt x="1708193" y="479624"/>
                  </a:cubicBezTo>
                  <a:cubicBezTo>
                    <a:pt x="1527853" y="491054"/>
                    <a:pt x="1188763" y="513914"/>
                    <a:pt x="1094783" y="497404"/>
                  </a:cubicBezTo>
                  <a:cubicBezTo>
                    <a:pt x="1065573" y="491054"/>
                    <a:pt x="1051603" y="484704"/>
                    <a:pt x="1038903" y="473274"/>
                  </a:cubicBezTo>
                  <a:cubicBezTo>
                    <a:pt x="1027473" y="463114"/>
                    <a:pt x="1019853" y="447874"/>
                    <a:pt x="1017313" y="435174"/>
                  </a:cubicBezTo>
                  <a:cubicBezTo>
                    <a:pt x="1016043" y="421204"/>
                    <a:pt x="1019853" y="403424"/>
                    <a:pt x="1027473" y="390724"/>
                  </a:cubicBezTo>
                  <a:cubicBezTo>
                    <a:pt x="1035093" y="379294"/>
                    <a:pt x="1045253" y="372944"/>
                    <a:pt x="1063033" y="365324"/>
                  </a:cubicBezTo>
                  <a:cubicBezTo>
                    <a:pt x="1101133" y="348814"/>
                    <a:pt x="1177333" y="338654"/>
                    <a:pt x="1254803" y="324684"/>
                  </a:cubicBezTo>
                  <a:cubicBezTo>
                    <a:pt x="1371643" y="304364"/>
                    <a:pt x="1569763" y="296744"/>
                    <a:pt x="1699303" y="264994"/>
                  </a:cubicBezTo>
                  <a:cubicBezTo>
                    <a:pt x="1804713" y="238324"/>
                    <a:pt x="1931713" y="168474"/>
                    <a:pt x="1977433" y="163394"/>
                  </a:cubicBezTo>
                  <a:cubicBezTo>
                    <a:pt x="1992673" y="162124"/>
                    <a:pt x="1997753" y="163394"/>
                    <a:pt x="2006643" y="167204"/>
                  </a:cubicBezTo>
                  <a:cubicBezTo>
                    <a:pt x="2018073" y="173554"/>
                    <a:pt x="2033313" y="184984"/>
                    <a:pt x="2039663" y="197684"/>
                  </a:cubicBezTo>
                  <a:cubicBezTo>
                    <a:pt x="2046013" y="209114"/>
                    <a:pt x="2047283" y="228164"/>
                    <a:pt x="2044743" y="240864"/>
                  </a:cubicBezTo>
                  <a:cubicBezTo>
                    <a:pt x="2040933" y="254834"/>
                    <a:pt x="2035853" y="266264"/>
                    <a:pt x="2019343" y="276424"/>
                  </a:cubicBezTo>
                  <a:cubicBezTo>
                    <a:pt x="1968543" y="308174"/>
                    <a:pt x="1724703" y="365324"/>
                    <a:pt x="1645963" y="341194"/>
                  </a:cubicBezTo>
                  <a:cubicBezTo>
                    <a:pt x="1598973" y="327224"/>
                    <a:pt x="1554523" y="282774"/>
                    <a:pt x="1551983" y="251024"/>
                  </a:cubicBezTo>
                  <a:cubicBezTo>
                    <a:pt x="1549443" y="221814"/>
                    <a:pt x="1593893" y="179904"/>
                    <a:pt x="1625643" y="157044"/>
                  </a:cubicBezTo>
                  <a:cubicBezTo>
                    <a:pt x="1656123" y="135454"/>
                    <a:pt x="1696763" y="134184"/>
                    <a:pt x="1734863" y="117674"/>
                  </a:cubicBezTo>
                  <a:cubicBezTo>
                    <a:pt x="1779313" y="97354"/>
                    <a:pt x="1839003" y="44014"/>
                    <a:pt x="1874563" y="41474"/>
                  </a:cubicBezTo>
                  <a:cubicBezTo>
                    <a:pt x="1893613" y="38934"/>
                    <a:pt x="1910123" y="49094"/>
                    <a:pt x="1921553" y="56714"/>
                  </a:cubicBezTo>
                  <a:cubicBezTo>
                    <a:pt x="1931713" y="64334"/>
                    <a:pt x="1938063" y="73224"/>
                    <a:pt x="1943143" y="84654"/>
                  </a:cubicBezTo>
                  <a:cubicBezTo>
                    <a:pt x="1946953" y="98624"/>
                    <a:pt x="1949493" y="120214"/>
                    <a:pt x="1944413" y="134184"/>
                  </a:cubicBezTo>
                  <a:cubicBezTo>
                    <a:pt x="1939333" y="149424"/>
                    <a:pt x="1927903" y="167204"/>
                    <a:pt x="1912663" y="173554"/>
                  </a:cubicBezTo>
                  <a:cubicBezTo>
                    <a:pt x="1893613" y="182444"/>
                    <a:pt x="1866943" y="164664"/>
                    <a:pt x="1833923" y="167204"/>
                  </a:cubicBezTo>
                  <a:cubicBezTo>
                    <a:pt x="1772963" y="171014"/>
                    <a:pt x="1675173" y="209114"/>
                    <a:pt x="1586273" y="225624"/>
                  </a:cubicBezTo>
                  <a:cubicBezTo>
                    <a:pt x="1484673" y="243404"/>
                    <a:pt x="1318303" y="247214"/>
                    <a:pt x="1258613" y="263724"/>
                  </a:cubicBezTo>
                  <a:cubicBezTo>
                    <a:pt x="1234483" y="270074"/>
                    <a:pt x="1225593" y="284044"/>
                    <a:pt x="1210353" y="286584"/>
                  </a:cubicBezTo>
                  <a:cubicBezTo>
                    <a:pt x="1195113" y="287854"/>
                    <a:pt x="1177333" y="282774"/>
                    <a:pt x="1165903" y="275154"/>
                  </a:cubicBezTo>
                  <a:cubicBezTo>
                    <a:pt x="1154473" y="267534"/>
                    <a:pt x="1143043" y="251024"/>
                    <a:pt x="1139233" y="237054"/>
                  </a:cubicBezTo>
                  <a:cubicBezTo>
                    <a:pt x="1136693" y="224354"/>
                    <a:pt x="1139233" y="205304"/>
                    <a:pt x="1145583" y="192604"/>
                  </a:cubicBezTo>
                  <a:cubicBezTo>
                    <a:pt x="1151933" y="179904"/>
                    <a:pt x="1162093" y="168474"/>
                    <a:pt x="1179873" y="162124"/>
                  </a:cubicBezTo>
                  <a:cubicBezTo>
                    <a:pt x="1207813" y="151964"/>
                    <a:pt x="1257343" y="174824"/>
                    <a:pt x="1313223" y="167204"/>
                  </a:cubicBezTo>
                  <a:cubicBezTo>
                    <a:pt x="1411013" y="155774"/>
                    <a:pt x="1588813" y="83384"/>
                    <a:pt x="1709463" y="54174"/>
                  </a:cubicBezTo>
                  <a:cubicBezTo>
                    <a:pt x="1808523" y="31314"/>
                    <a:pt x="1938063" y="4644"/>
                    <a:pt x="1982513" y="834"/>
                  </a:cubicBezTo>
                  <a:cubicBezTo>
                    <a:pt x="1997753" y="-436"/>
                    <a:pt x="2002833" y="-436"/>
                    <a:pt x="2012993" y="2104"/>
                  </a:cubicBezTo>
                  <a:cubicBezTo>
                    <a:pt x="2024423" y="7184"/>
                    <a:pt x="2039663" y="17344"/>
                    <a:pt x="2047283" y="28774"/>
                  </a:cubicBezTo>
                  <a:cubicBezTo>
                    <a:pt x="2054903" y="40204"/>
                    <a:pt x="2057443" y="57984"/>
                    <a:pt x="2056173" y="71954"/>
                  </a:cubicBezTo>
                  <a:cubicBezTo>
                    <a:pt x="2053633" y="85924"/>
                    <a:pt x="2049823" y="97354"/>
                    <a:pt x="2033313" y="110054"/>
                  </a:cubicBezTo>
                  <a:cubicBezTo>
                    <a:pt x="1991403" y="141804"/>
                    <a:pt x="1784393" y="201494"/>
                    <a:pt x="1731053" y="196414"/>
                  </a:cubicBezTo>
                  <a:cubicBezTo>
                    <a:pt x="1709463" y="193874"/>
                    <a:pt x="1698033" y="184984"/>
                    <a:pt x="1689143" y="174824"/>
                  </a:cubicBezTo>
                  <a:cubicBezTo>
                    <a:pt x="1678983" y="163394"/>
                    <a:pt x="1671363" y="145614"/>
                    <a:pt x="1671363" y="130374"/>
                  </a:cubicBezTo>
                  <a:cubicBezTo>
                    <a:pt x="1671363" y="116404"/>
                    <a:pt x="1678983" y="97354"/>
                    <a:pt x="1687873" y="85924"/>
                  </a:cubicBezTo>
                  <a:cubicBezTo>
                    <a:pt x="1694223" y="77034"/>
                    <a:pt x="1696763" y="73224"/>
                    <a:pt x="1713273" y="68144"/>
                  </a:cubicBezTo>
                  <a:cubicBezTo>
                    <a:pt x="1837733" y="28774"/>
                    <a:pt x="3214413" y="36394"/>
                    <a:pt x="3427773" y="77034"/>
                  </a:cubicBezTo>
                  <a:cubicBezTo>
                    <a:pt x="3478573" y="87194"/>
                    <a:pt x="3500163" y="94814"/>
                    <a:pt x="3519213" y="113864"/>
                  </a:cubicBezTo>
                  <a:cubicBezTo>
                    <a:pt x="3533183" y="127834"/>
                    <a:pt x="3540803" y="150694"/>
                    <a:pt x="3539533" y="167204"/>
                  </a:cubicBezTo>
                  <a:cubicBezTo>
                    <a:pt x="3538263" y="181174"/>
                    <a:pt x="3531913" y="193874"/>
                    <a:pt x="3519213" y="206574"/>
                  </a:cubicBezTo>
                  <a:cubicBezTo>
                    <a:pt x="3493813" y="230704"/>
                    <a:pt x="3441743" y="254834"/>
                    <a:pt x="3376973" y="280234"/>
                  </a:cubicBezTo>
                  <a:cubicBezTo>
                    <a:pt x="3257593" y="328494"/>
                    <a:pt x="2998513" y="398344"/>
                    <a:pt x="2842303" y="437714"/>
                  </a:cubicBezTo>
                  <a:cubicBezTo>
                    <a:pt x="2721653" y="468194"/>
                    <a:pt x="2623863" y="474544"/>
                    <a:pt x="2518453" y="506294"/>
                  </a:cubicBezTo>
                  <a:cubicBezTo>
                    <a:pt x="2415583" y="536774"/>
                    <a:pt x="2279693" y="616784"/>
                    <a:pt x="2218733" y="621864"/>
                  </a:cubicBezTo>
                  <a:cubicBezTo>
                    <a:pt x="2192063" y="623134"/>
                    <a:pt x="2175553" y="619324"/>
                    <a:pt x="2161583" y="609164"/>
                  </a:cubicBezTo>
                  <a:cubicBezTo>
                    <a:pt x="2148883" y="597734"/>
                    <a:pt x="2141263" y="569794"/>
                    <a:pt x="2141263" y="554554"/>
                  </a:cubicBezTo>
                  <a:cubicBezTo>
                    <a:pt x="2141263" y="544394"/>
                    <a:pt x="2145073" y="535504"/>
                    <a:pt x="2151423" y="526614"/>
                  </a:cubicBezTo>
                  <a:cubicBezTo>
                    <a:pt x="2159043" y="517724"/>
                    <a:pt x="2170473" y="503754"/>
                    <a:pt x="2186983" y="501214"/>
                  </a:cubicBezTo>
                  <a:cubicBezTo>
                    <a:pt x="2214923" y="498674"/>
                    <a:pt x="2263183" y="538044"/>
                    <a:pt x="2307633" y="552014"/>
                  </a:cubicBezTo>
                  <a:cubicBezTo>
                    <a:pt x="2357163" y="568524"/>
                    <a:pt x="2387643" y="577414"/>
                    <a:pt x="2471463" y="588844"/>
                  </a:cubicBezTo>
                  <a:cubicBezTo>
                    <a:pt x="2734353" y="623134"/>
                    <a:pt x="3839253" y="605354"/>
                    <a:pt x="4116113" y="651074"/>
                  </a:cubicBezTo>
                  <a:cubicBezTo>
                    <a:pt x="4212633" y="666314"/>
                    <a:pt x="4277403" y="679014"/>
                    <a:pt x="4306613" y="706954"/>
                  </a:cubicBezTo>
                  <a:cubicBezTo>
                    <a:pt x="4321853" y="722194"/>
                    <a:pt x="4326933" y="742514"/>
                    <a:pt x="4324393" y="757754"/>
                  </a:cubicBezTo>
                  <a:cubicBezTo>
                    <a:pt x="4321853" y="774264"/>
                    <a:pt x="4312963" y="786964"/>
                    <a:pt x="4292643" y="802204"/>
                  </a:cubicBezTo>
                  <a:cubicBezTo>
                    <a:pt x="4231683" y="846654"/>
                    <a:pt x="4005623" y="908884"/>
                    <a:pt x="3854493" y="952064"/>
                  </a:cubicBezTo>
                  <a:cubicBezTo>
                    <a:pt x="3697013" y="995244"/>
                    <a:pt x="3529373" y="1026994"/>
                    <a:pt x="3364273" y="1058744"/>
                  </a:cubicBezTo>
                  <a:cubicBezTo>
                    <a:pt x="3197903" y="1091764"/>
                    <a:pt x="2956603" y="1119704"/>
                    <a:pt x="2857543" y="1146374"/>
                  </a:cubicBezTo>
                  <a:cubicBezTo>
                    <a:pt x="2815633" y="1157804"/>
                    <a:pt x="2794043" y="1175584"/>
                    <a:pt x="2769913" y="1178124"/>
                  </a:cubicBezTo>
                  <a:cubicBezTo>
                    <a:pt x="2753403" y="1179394"/>
                    <a:pt x="2739433" y="1178124"/>
                    <a:pt x="2728003" y="1171774"/>
                  </a:cubicBezTo>
                  <a:cubicBezTo>
                    <a:pt x="2716573" y="1164154"/>
                    <a:pt x="2705143" y="1151454"/>
                    <a:pt x="2700063" y="1138754"/>
                  </a:cubicBezTo>
                  <a:cubicBezTo>
                    <a:pt x="2696253" y="1126054"/>
                    <a:pt x="2696253" y="1108274"/>
                    <a:pt x="2702603" y="1095574"/>
                  </a:cubicBezTo>
                  <a:cubicBezTo>
                    <a:pt x="2708953" y="1081604"/>
                    <a:pt x="2728003" y="1063824"/>
                    <a:pt x="2745783" y="1060014"/>
                  </a:cubicBezTo>
                  <a:cubicBezTo>
                    <a:pt x="2767373" y="1054934"/>
                    <a:pt x="2790233" y="1076524"/>
                    <a:pt x="2821983" y="1076524"/>
                  </a:cubicBezTo>
                  <a:cubicBezTo>
                    <a:pt x="2872783" y="1076524"/>
                    <a:pt x="2946443" y="1044774"/>
                    <a:pt x="3022643" y="1034614"/>
                  </a:cubicBezTo>
                  <a:cubicBezTo>
                    <a:pt x="3120433" y="1019374"/>
                    <a:pt x="3286803" y="1019374"/>
                    <a:pt x="3360463" y="1006674"/>
                  </a:cubicBezTo>
                  <a:cubicBezTo>
                    <a:pt x="3398563" y="999054"/>
                    <a:pt x="3421423" y="978734"/>
                    <a:pt x="3445553" y="981274"/>
                  </a:cubicBezTo>
                  <a:cubicBezTo>
                    <a:pt x="3464603" y="983814"/>
                    <a:pt x="3487463" y="997784"/>
                    <a:pt x="3496353" y="1009214"/>
                  </a:cubicBezTo>
                  <a:cubicBezTo>
                    <a:pt x="3503973" y="1018104"/>
                    <a:pt x="3506513" y="1028264"/>
                    <a:pt x="3507783" y="1038424"/>
                  </a:cubicBezTo>
                  <a:cubicBezTo>
                    <a:pt x="3507783" y="1051124"/>
                    <a:pt x="3503973" y="1070174"/>
                    <a:pt x="3496353" y="1081604"/>
                  </a:cubicBezTo>
                  <a:cubicBezTo>
                    <a:pt x="3487463" y="1093034"/>
                    <a:pt x="3476033" y="1100654"/>
                    <a:pt x="3458253" y="1107004"/>
                  </a:cubicBezTo>
                  <a:cubicBezTo>
                    <a:pt x="3429043" y="1117164"/>
                    <a:pt x="3396023" y="1114624"/>
                    <a:pt x="3328713" y="1117164"/>
                  </a:cubicBezTo>
                  <a:cubicBezTo>
                    <a:pt x="3082333" y="1124784"/>
                    <a:pt x="1781853" y="1143834"/>
                    <a:pt x="1616753" y="1101924"/>
                  </a:cubicBezTo>
                  <a:cubicBezTo>
                    <a:pt x="1586273" y="1094304"/>
                    <a:pt x="1576113" y="1089224"/>
                    <a:pt x="1567223" y="1075254"/>
                  </a:cubicBezTo>
                  <a:cubicBezTo>
                    <a:pt x="1557063" y="1061284"/>
                    <a:pt x="1555793" y="1034614"/>
                    <a:pt x="1560873" y="1019374"/>
                  </a:cubicBezTo>
                  <a:cubicBezTo>
                    <a:pt x="1564683" y="1005404"/>
                    <a:pt x="1578653" y="993974"/>
                    <a:pt x="1588813" y="987624"/>
                  </a:cubicBezTo>
                  <a:cubicBezTo>
                    <a:pt x="1597703" y="981274"/>
                    <a:pt x="1600243" y="982544"/>
                    <a:pt x="1616753" y="980004"/>
                  </a:cubicBezTo>
                  <a:cubicBezTo>
                    <a:pt x="1739943" y="964764"/>
                    <a:pt x="2698793" y="955874"/>
                    <a:pt x="3157263" y="949524"/>
                  </a:cubicBezTo>
                  <a:cubicBezTo>
                    <a:pt x="3529373" y="944444"/>
                    <a:pt x="4055153" y="921584"/>
                    <a:pt x="4165643" y="940634"/>
                  </a:cubicBezTo>
                  <a:cubicBezTo>
                    <a:pt x="4188503" y="944444"/>
                    <a:pt x="4196123" y="948254"/>
                    <a:pt x="4205013" y="955874"/>
                  </a:cubicBezTo>
                  <a:cubicBezTo>
                    <a:pt x="4213903" y="962224"/>
                    <a:pt x="4218983" y="969844"/>
                    <a:pt x="4221523" y="980004"/>
                  </a:cubicBezTo>
                  <a:cubicBezTo>
                    <a:pt x="4225333" y="993974"/>
                    <a:pt x="4224063" y="1020644"/>
                    <a:pt x="4215173" y="1034614"/>
                  </a:cubicBezTo>
                  <a:cubicBezTo>
                    <a:pt x="4206283" y="1048584"/>
                    <a:pt x="4189773" y="1054934"/>
                    <a:pt x="4165643" y="1061284"/>
                  </a:cubicBezTo>
                  <a:cubicBezTo>
                    <a:pt x="4113573" y="1073984"/>
                    <a:pt x="4004353" y="1056204"/>
                    <a:pt x="3896403" y="1058744"/>
                  </a:cubicBezTo>
                  <a:cubicBezTo>
                    <a:pt x="3733843" y="1061284"/>
                    <a:pt x="3538263" y="1081604"/>
                    <a:pt x="3288073" y="1093034"/>
                  </a:cubicBezTo>
                  <a:cubicBezTo>
                    <a:pt x="2888023" y="1110814"/>
                    <a:pt x="1861863" y="1180664"/>
                    <a:pt x="1725973" y="1143834"/>
                  </a:cubicBezTo>
                  <a:cubicBezTo>
                    <a:pt x="1704383" y="1137484"/>
                    <a:pt x="1698033" y="1129864"/>
                    <a:pt x="1690413" y="1120974"/>
                  </a:cubicBezTo>
                  <a:cubicBezTo>
                    <a:pt x="1684063" y="1113354"/>
                    <a:pt x="1680253" y="1104464"/>
                    <a:pt x="1680253" y="1094304"/>
                  </a:cubicBezTo>
                  <a:cubicBezTo>
                    <a:pt x="1678983" y="1080334"/>
                    <a:pt x="1682793" y="1056204"/>
                    <a:pt x="1696763" y="1042234"/>
                  </a:cubicBezTo>
                  <a:cubicBezTo>
                    <a:pt x="1723433" y="1018104"/>
                    <a:pt x="1789473" y="1013024"/>
                    <a:pt x="1860593" y="1002864"/>
                  </a:cubicBezTo>
                  <a:cubicBezTo>
                    <a:pt x="1992673" y="981274"/>
                    <a:pt x="2230163" y="972384"/>
                    <a:pt x="2435903" y="963494"/>
                  </a:cubicBezTo>
                  <a:cubicBezTo>
                    <a:pt x="2674663" y="952064"/>
                    <a:pt x="3103923" y="983814"/>
                    <a:pt x="3208063" y="946984"/>
                  </a:cubicBezTo>
                  <a:cubicBezTo>
                    <a:pt x="3238543" y="936824"/>
                    <a:pt x="3243623" y="908884"/>
                    <a:pt x="3261403" y="906344"/>
                  </a:cubicBezTo>
                  <a:cubicBezTo>
                    <a:pt x="3274103" y="903804"/>
                    <a:pt x="3290613" y="913964"/>
                    <a:pt x="3300773" y="921584"/>
                  </a:cubicBezTo>
                  <a:cubicBezTo>
                    <a:pt x="3308393" y="926664"/>
                    <a:pt x="3313473" y="935554"/>
                    <a:pt x="3317283" y="944444"/>
                  </a:cubicBezTo>
                  <a:cubicBezTo>
                    <a:pt x="3321093" y="953334"/>
                    <a:pt x="3322363" y="963494"/>
                    <a:pt x="3321093" y="972384"/>
                  </a:cubicBezTo>
                  <a:cubicBezTo>
                    <a:pt x="3318553" y="985084"/>
                    <a:pt x="3312203" y="1001594"/>
                    <a:pt x="3302043" y="1010484"/>
                  </a:cubicBezTo>
                  <a:cubicBezTo>
                    <a:pt x="3291883" y="1019374"/>
                    <a:pt x="3285533" y="1021914"/>
                    <a:pt x="3262673" y="1025724"/>
                  </a:cubicBezTo>
                  <a:cubicBezTo>
                    <a:pt x="3157263" y="1047314"/>
                    <a:pt x="2644183" y="1029534"/>
                    <a:pt x="2338113" y="1037154"/>
                  </a:cubicBezTo>
                  <a:cubicBezTo>
                    <a:pt x="2033313" y="1044774"/>
                    <a:pt x="1520233" y="1109544"/>
                    <a:pt x="1428793" y="1071444"/>
                  </a:cubicBezTo>
                  <a:cubicBezTo>
                    <a:pt x="1408473" y="1063824"/>
                    <a:pt x="1404663" y="1051124"/>
                    <a:pt x="1399583" y="1040964"/>
                  </a:cubicBezTo>
                  <a:cubicBezTo>
                    <a:pt x="1394503" y="1030804"/>
                    <a:pt x="1393233" y="1021914"/>
                    <a:pt x="1394503" y="1011754"/>
                  </a:cubicBezTo>
                  <a:cubicBezTo>
                    <a:pt x="1397043" y="999054"/>
                    <a:pt x="1404663" y="982544"/>
                    <a:pt x="1413553" y="973654"/>
                  </a:cubicBezTo>
                  <a:cubicBezTo>
                    <a:pt x="1421173" y="966034"/>
                    <a:pt x="1423713" y="964764"/>
                    <a:pt x="1438953" y="958414"/>
                  </a:cubicBezTo>
                  <a:cubicBezTo>
                    <a:pt x="1526583" y="922854"/>
                    <a:pt x="2114593" y="755214"/>
                    <a:pt x="2387643" y="695524"/>
                  </a:cubicBezTo>
                  <a:cubicBezTo>
                    <a:pt x="2590843" y="651074"/>
                    <a:pt x="2829603" y="649804"/>
                    <a:pt x="2923583" y="609164"/>
                  </a:cubicBezTo>
                  <a:cubicBezTo>
                    <a:pt x="2962953" y="592654"/>
                    <a:pt x="2978193" y="558364"/>
                    <a:pt x="2997243" y="554554"/>
                  </a:cubicBezTo>
                  <a:cubicBezTo>
                    <a:pt x="3007403" y="553284"/>
                    <a:pt x="3016293" y="558364"/>
                    <a:pt x="3023913" y="563444"/>
                  </a:cubicBezTo>
                  <a:cubicBezTo>
                    <a:pt x="3034073" y="571064"/>
                    <a:pt x="3046773" y="583764"/>
                    <a:pt x="3050583" y="596464"/>
                  </a:cubicBezTo>
                  <a:cubicBezTo>
                    <a:pt x="3054393" y="609164"/>
                    <a:pt x="3051853" y="628214"/>
                    <a:pt x="3048043" y="639644"/>
                  </a:cubicBezTo>
                  <a:cubicBezTo>
                    <a:pt x="3044233" y="648534"/>
                    <a:pt x="3037883" y="656154"/>
                    <a:pt x="3030263" y="662504"/>
                  </a:cubicBezTo>
                  <a:cubicBezTo>
                    <a:pt x="3022643" y="667584"/>
                    <a:pt x="3017563" y="671394"/>
                    <a:pt x="3004863" y="673934"/>
                  </a:cubicBezTo>
                  <a:cubicBezTo>
                    <a:pt x="2961683" y="680284"/>
                    <a:pt x="2818173" y="647264"/>
                    <a:pt x="2733083" y="644724"/>
                  </a:cubicBezTo>
                  <a:cubicBezTo>
                    <a:pt x="2656883" y="640914"/>
                    <a:pt x="2583223" y="647264"/>
                    <a:pt x="2517183" y="651074"/>
                  </a:cubicBezTo>
                  <a:cubicBezTo>
                    <a:pt x="2460033" y="654884"/>
                    <a:pt x="2405423" y="657424"/>
                    <a:pt x="2357163" y="666314"/>
                  </a:cubicBezTo>
                  <a:cubicBezTo>
                    <a:pt x="2316523" y="672664"/>
                    <a:pt x="2273343" y="696794"/>
                    <a:pt x="2246673" y="695524"/>
                  </a:cubicBezTo>
                  <a:cubicBezTo>
                    <a:pt x="2228893" y="694254"/>
                    <a:pt x="2214923" y="687904"/>
                    <a:pt x="2206033" y="679014"/>
                  </a:cubicBezTo>
                  <a:cubicBezTo>
                    <a:pt x="2195873" y="668854"/>
                    <a:pt x="2186983" y="652344"/>
                    <a:pt x="2185713" y="639644"/>
                  </a:cubicBezTo>
                  <a:cubicBezTo>
                    <a:pt x="2184443" y="625674"/>
                    <a:pt x="2189523" y="607894"/>
                    <a:pt x="2197143" y="596464"/>
                  </a:cubicBezTo>
                  <a:cubicBezTo>
                    <a:pt x="2206033" y="586304"/>
                    <a:pt x="2217463" y="577414"/>
                    <a:pt x="2233973" y="572334"/>
                  </a:cubicBezTo>
                  <a:cubicBezTo>
                    <a:pt x="2265723" y="563444"/>
                    <a:pt x="2335573" y="565984"/>
                    <a:pt x="2381293" y="573604"/>
                  </a:cubicBezTo>
                  <a:cubicBezTo>
                    <a:pt x="2423203" y="581224"/>
                    <a:pt x="2474003" y="596464"/>
                    <a:pt x="2498133" y="614244"/>
                  </a:cubicBezTo>
                  <a:cubicBezTo>
                    <a:pt x="2514643" y="624404"/>
                    <a:pt x="2524803" y="637104"/>
                    <a:pt x="2529883" y="649804"/>
                  </a:cubicBezTo>
                  <a:cubicBezTo>
                    <a:pt x="2534963" y="659964"/>
                    <a:pt x="2536233" y="671394"/>
                    <a:pt x="2533693" y="681554"/>
                  </a:cubicBezTo>
                  <a:cubicBezTo>
                    <a:pt x="2529883" y="698064"/>
                    <a:pt x="2518453" y="718384"/>
                    <a:pt x="2496863" y="733624"/>
                  </a:cubicBezTo>
                  <a:cubicBezTo>
                    <a:pt x="2460033" y="760294"/>
                    <a:pt x="2399073" y="767914"/>
                    <a:pt x="2305093" y="794584"/>
                  </a:cubicBezTo>
                  <a:cubicBezTo>
                    <a:pt x="2052363" y="864434"/>
                    <a:pt x="1031283" y="1129864"/>
                    <a:pt x="896663" y="1122244"/>
                  </a:cubicBezTo>
                  <a:cubicBezTo>
                    <a:pt x="873803" y="1120974"/>
                    <a:pt x="867453" y="1117164"/>
                    <a:pt x="857293" y="1108274"/>
                  </a:cubicBezTo>
                  <a:cubicBezTo>
                    <a:pt x="848403" y="1100654"/>
                    <a:pt x="839513" y="1085414"/>
                    <a:pt x="836973" y="1072714"/>
                  </a:cubicBezTo>
                  <a:cubicBezTo>
                    <a:pt x="835703" y="1058744"/>
                    <a:pt x="839513" y="1042234"/>
                    <a:pt x="847133" y="1032074"/>
                  </a:cubicBezTo>
                  <a:cubicBezTo>
                    <a:pt x="853483" y="1020644"/>
                    <a:pt x="864913" y="1010484"/>
                    <a:pt x="880153" y="1006674"/>
                  </a:cubicBezTo>
                  <a:cubicBezTo>
                    <a:pt x="906823" y="1000324"/>
                    <a:pt x="938573" y="1024454"/>
                    <a:pt x="995723" y="1024454"/>
                  </a:cubicBezTo>
                  <a:cubicBezTo>
                    <a:pt x="1165903" y="1026994"/>
                    <a:pt x="1634533" y="954604"/>
                    <a:pt x="2010453" y="893644"/>
                  </a:cubicBezTo>
                  <a:cubicBezTo>
                    <a:pt x="2487973" y="817444"/>
                    <a:pt x="3356653" y="644724"/>
                    <a:pt x="3625893" y="581224"/>
                  </a:cubicBezTo>
                  <a:cubicBezTo>
                    <a:pt x="3717333" y="559634"/>
                    <a:pt x="3768133" y="532964"/>
                    <a:pt x="3807503" y="530424"/>
                  </a:cubicBezTo>
                  <a:cubicBezTo>
                    <a:pt x="3826553" y="529154"/>
                    <a:pt x="3839253" y="529154"/>
                    <a:pt x="3850683" y="535504"/>
                  </a:cubicBezTo>
                  <a:cubicBezTo>
                    <a:pt x="3862113" y="541854"/>
                    <a:pt x="3874813" y="555824"/>
                    <a:pt x="3878623" y="567254"/>
                  </a:cubicBezTo>
                  <a:cubicBezTo>
                    <a:pt x="3883703" y="579954"/>
                    <a:pt x="3883703" y="597734"/>
                    <a:pt x="3878623" y="610434"/>
                  </a:cubicBezTo>
                  <a:cubicBezTo>
                    <a:pt x="3874813" y="623134"/>
                    <a:pt x="3868463" y="634564"/>
                    <a:pt x="3850683" y="643454"/>
                  </a:cubicBezTo>
                  <a:cubicBezTo>
                    <a:pt x="3796073" y="670124"/>
                    <a:pt x="3591603" y="661234"/>
                    <a:pt x="3449363" y="677744"/>
                  </a:cubicBezTo>
                  <a:cubicBezTo>
                    <a:pt x="3284263" y="696794"/>
                    <a:pt x="3133133" y="722194"/>
                    <a:pt x="2915963" y="757754"/>
                  </a:cubicBezTo>
                  <a:cubicBezTo>
                    <a:pt x="2575603" y="812364"/>
                    <a:pt x="1737403" y="985084"/>
                    <a:pt x="1606593" y="983814"/>
                  </a:cubicBezTo>
                  <a:cubicBezTo>
                    <a:pt x="1585003" y="983814"/>
                    <a:pt x="1577383" y="983814"/>
                    <a:pt x="1567223" y="976194"/>
                  </a:cubicBezTo>
                  <a:cubicBezTo>
                    <a:pt x="1554523" y="968574"/>
                    <a:pt x="1541823" y="945714"/>
                    <a:pt x="1539283" y="931744"/>
                  </a:cubicBezTo>
                  <a:cubicBezTo>
                    <a:pt x="1538013" y="917774"/>
                    <a:pt x="1543093" y="902534"/>
                    <a:pt x="1551983" y="892374"/>
                  </a:cubicBezTo>
                  <a:cubicBezTo>
                    <a:pt x="1559603" y="882214"/>
                    <a:pt x="1571033" y="874594"/>
                    <a:pt x="1586273" y="870784"/>
                  </a:cubicBezTo>
                  <a:cubicBezTo>
                    <a:pt x="1610403" y="866974"/>
                    <a:pt x="1637073" y="887294"/>
                    <a:pt x="1685333" y="888564"/>
                  </a:cubicBezTo>
                  <a:cubicBezTo>
                    <a:pt x="1818683" y="888564"/>
                    <a:pt x="2336843" y="769184"/>
                    <a:pt x="2430823" y="771724"/>
                  </a:cubicBezTo>
                  <a:cubicBezTo>
                    <a:pt x="2452413" y="771724"/>
                    <a:pt x="2460033" y="771724"/>
                    <a:pt x="2471463" y="779344"/>
                  </a:cubicBezTo>
                  <a:cubicBezTo>
                    <a:pt x="2482893" y="788234"/>
                    <a:pt x="2495593" y="812364"/>
                    <a:pt x="2498133" y="826334"/>
                  </a:cubicBezTo>
                  <a:cubicBezTo>
                    <a:pt x="2499403" y="836494"/>
                    <a:pt x="2496863" y="845384"/>
                    <a:pt x="2493053" y="854274"/>
                  </a:cubicBezTo>
                  <a:cubicBezTo>
                    <a:pt x="2486703" y="864434"/>
                    <a:pt x="2480353" y="873324"/>
                    <a:pt x="2462573" y="882214"/>
                  </a:cubicBezTo>
                  <a:cubicBezTo>
                    <a:pt x="2416853" y="908884"/>
                    <a:pt x="2263183" y="940634"/>
                    <a:pt x="2166663" y="963494"/>
                  </a:cubicBezTo>
                  <a:cubicBezTo>
                    <a:pt x="2073953" y="986354"/>
                    <a:pt x="1990133" y="1002864"/>
                    <a:pt x="1896153" y="1018104"/>
                  </a:cubicBezTo>
                  <a:cubicBezTo>
                    <a:pt x="1798363" y="1033344"/>
                    <a:pt x="1643423" y="1063824"/>
                    <a:pt x="1591353" y="1053664"/>
                  </a:cubicBezTo>
                  <a:cubicBezTo>
                    <a:pt x="1571033" y="1049854"/>
                    <a:pt x="1562143" y="1040964"/>
                    <a:pt x="1553253" y="1032074"/>
                  </a:cubicBezTo>
                  <a:cubicBezTo>
                    <a:pt x="1545633" y="1025724"/>
                    <a:pt x="1541823" y="1015564"/>
                    <a:pt x="1540553" y="1006674"/>
                  </a:cubicBezTo>
                  <a:cubicBezTo>
                    <a:pt x="1538013" y="997784"/>
                    <a:pt x="1536743" y="987624"/>
                    <a:pt x="1540553" y="977464"/>
                  </a:cubicBezTo>
                  <a:cubicBezTo>
                    <a:pt x="1544363" y="966034"/>
                    <a:pt x="1551983" y="953334"/>
                    <a:pt x="1565953" y="943174"/>
                  </a:cubicBezTo>
                  <a:cubicBezTo>
                    <a:pt x="1586273" y="925394"/>
                    <a:pt x="1618023" y="908884"/>
                    <a:pt x="1659933" y="894914"/>
                  </a:cubicBezTo>
                  <a:cubicBezTo>
                    <a:pt x="1731053" y="870784"/>
                    <a:pt x="1842813" y="854274"/>
                    <a:pt x="1960923" y="840304"/>
                  </a:cubicBezTo>
                  <a:cubicBezTo>
                    <a:pt x="2124753" y="821254"/>
                    <a:pt x="2371133" y="814904"/>
                    <a:pt x="2554013" y="808554"/>
                  </a:cubicBezTo>
                  <a:cubicBezTo>
                    <a:pt x="2708953" y="802204"/>
                    <a:pt x="2919773" y="790774"/>
                    <a:pt x="2985813" y="802204"/>
                  </a:cubicBezTo>
                  <a:cubicBezTo>
                    <a:pt x="3007403" y="804744"/>
                    <a:pt x="3015023" y="807284"/>
                    <a:pt x="3025183" y="816174"/>
                  </a:cubicBezTo>
                  <a:cubicBezTo>
                    <a:pt x="3035343" y="825064"/>
                    <a:pt x="3042963" y="840304"/>
                    <a:pt x="3045503" y="853004"/>
                  </a:cubicBezTo>
                  <a:cubicBezTo>
                    <a:pt x="3046773" y="861894"/>
                    <a:pt x="3045503" y="872054"/>
                    <a:pt x="3041693" y="880944"/>
                  </a:cubicBezTo>
                  <a:cubicBezTo>
                    <a:pt x="3036613" y="891104"/>
                    <a:pt x="3032803" y="902534"/>
                    <a:pt x="3015023" y="911424"/>
                  </a:cubicBezTo>
                  <a:cubicBezTo>
                    <a:pt x="2951523" y="945714"/>
                    <a:pt x="2708953" y="944444"/>
                    <a:pt x="2490513" y="976194"/>
                  </a:cubicBezTo>
                  <a:cubicBezTo>
                    <a:pt x="2126023" y="1029534"/>
                    <a:pt x="1231943" y="1241624"/>
                    <a:pt x="1035093" y="1220034"/>
                  </a:cubicBezTo>
                  <a:cubicBezTo>
                    <a:pt x="983023" y="1214954"/>
                    <a:pt x="956353" y="1195904"/>
                    <a:pt x="938573" y="1180664"/>
                  </a:cubicBezTo>
                  <a:cubicBezTo>
                    <a:pt x="929683" y="1173044"/>
                    <a:pt x="927143" y="1165424"/>
                    <a:pt x="924603" y="1156534"/>
                  </a:cubicBezTo>
                  <a:cubicBezTo>
                    <a:pt x="922063" y="1143834"/>
                    <a:pt x="918253" y="1129864"/>
                    <a:pt x="928413" y="1113354"/>
                  </a:cubicBezTo>
                  <a:cubicBezTo>
                    <a:pt x="951273" y="1071444"/>
                    <a:pt x="1069383" y="995244"/>
                    <a:pt x="1153203" y="948254"/>
                  </a:cubicBezTo>
                  <a:cubicBezTo>
                    <a:pt x="1239563" y="899994"/>
                    <a:pt x="1346243" y="860624"/>
                    <a:pt x="1440223" y="830144"/>
                  </a:cubicBezTo>
                  <a:cubicBezTo>
                    <a:pt x="1526583" y="802204"/>
                    <a:pt x="1609133" y="794584"/>
                    <a:pt x="1694223" y="767914"/>
                  </a:cubicBezTo>
                  <a:cubicBezTo>
                    <a:pt x="1784393" y="738704"/>
                    <a:pt x="1870753" y="691714"/>
                    <a:pt x="1964733" y="663774"/>
                  </a:cubicBezTo>
                  <a:cubicBezTo>
                    <a:pt x="2063793" y="633294"/>
                    <a:pt x="2214923" y="616784"/>
                    <a:pt x="2277153" y="593924"/>
                  </a:cubicBezTo>
                  <a:cubicBezTo>
                    <a:pt x="2305093" y="583764"/>
                    <a:pt x="2319063" y="565984"/>
                    <a:pt x="2335573" y="563444"/>
                  </a:cubicBezTo>
                  <a:cubicBezTo>
                    <a:pt x="2347003" y="560904"/>
                    <a:pt x="2355893" y="563444"/>
                    <a:pt x="2364783" y="565984"/>
                  </a:cubicBezTo>
                  <a:cubicBezTo>
                    <a:pt x="2374943" y="569794"/>
                    <a:pt x="2383833" y="574874"/>
                    <a:pt x="2390183" y="582494"/>
                  </a:cubicBezTo>
                  <a:cubicBezTo>
                    <a:pt x="2397803" y="592654"/>
                    <a:pt x="2405423" y="610434"/>
                    <a:pt x="2406693" y="623134"/>
                  </a:cubicBezTo>
                  <a:cubicBezTo>
                    <a:pt x="2407963" y="633294"/>
                    <a:pt x="2405423" y="643454"/>
                    <a:pt x="2400343" y="652344"/>
                  </a:cubicBezTo>
                  <a:cubicBezTo>
                    <a:pt x="2393993" y="663774"/>
                    <a:pt x="2382563" y="676474"/>
                    <a:pt x="2368593" y="682824"/>
                  </a:cubicBezTo>
                  <a:cubicBezTo>
                    <a:pt x="2348273" y="690444"/>
                    <a:pt x="2322873" y="680284"/>
                    <a:pt x="2287313" y="685364"/>
                  </a:cubicBezTo>
                  <a:cubicBezTo>
                    <a:pt x="2220003" y="694254"/>
                    <a:pt x="2098083" y="738704"/>
                    <a:pt x="1993943" y="760294"/>
                  </a:cubicBezTo>
                  <a:cubicBezTo>
                    <a:pt x="1882183" y="784424"/>
                    <a:pt x="1790743" y="788234"/>
                    <a:pt x="1637073" y="817444"/>
                  </a:cubicBezTo>
                  <a:cubicBezTo>
                    <a:pt x="1355133" y="870784"/>
                    <a:pt x="570273" y="1077794"/>
                    <a:pt x="445813" y="1081604"/>
                  </a:cubicBezTo>
                  <a:cubicBezTo>
                    <a:pt x="422953" y="1081604"/>
                    <a:pt x="416603" y="1080334"/>
                    <a:pt x="405173" y="1073984"/>
                  </a:cubicBezTo>
                  <a:cubicBezTo>
                    <a:pt x="393743" y="1067634"/>
                    <a:pt x="383583" y="1054934"/>
                    <a:pt x="379773" y="1042234"/>
                  </a:cubicBezTo>
                  <a:cubicBezTo>
                    <a:pt x="374693" y="1029534"/>
                    <a:pt x="375963" y="1013024"/>
                    <a:pt x="381043" y="1000324"/>
                  </a:cubicBezTo>
                  <a:cubicBezTo>
                    <a:pt x="386123" y="988894"/>
                    <a:pt x="391203" y="982544"/>
                    <a:pt x="410253" y="971114"/>
                  </a:cubicBezTo>
                  <a:cubicBezTo>
                    <a:pt x="506773" y="912694"/>
                    <a:pt x="1170983" y="741244"/>
                    <a:pt x="1419903" y="676474"/>
                  </a:cubicBezTo>
                  <a:cubicBezTo>
                    <a:pt x="1563413" y="639644"/>
                    <a:pt x="1637073" y="634564"/>
                    <a:pt x="1764073" y="599004"/>
                  </a:cubicBezTo>
                  <a:cubicBezTo>
                    <a:pt x="1925363" y="553284"/>
                    <a:pt x="2220003" y="425014"/>
                    <a:pt x="2307633" y="417394"/>
                  </a:cubicBezTo>
                  <a:cubicBezTo>
                    <a:pt x="2335573" y="416124"/>
                    <a:pt x="2349543" y="418664"/>
                    <a:pt x="2363513" y="427554"/>
                  </a:cubicBezTo>
                  <a:cubicBezTo>
                    <a:pt x="2374943" y="435174"/>
                    <a:pt x="2383833" y="450414"/>
                    <a:pt x="2386373" y="464384"/>
                  </a:cubicBezTo>
                  <a:cubicBezTo>
                    <a:pt x="2388913" y="477084"/>
                    <a:pt x="2385103" y="494864"/>
                    <a:pt x="2378753" y="506294"/>
                  </a:cubicBezTo>
                  <a:cubicBezTo>
                    <a:pt x="2372403" y="517724"/>
                    <a:pt x="2362243" y="526614"/>
                    <a:pt x="2345733" y="532964"/>
                  </a:cubicBezTo>
                  <a:cubicBezTo>
                    <a:pt x="2308903" y="546934"/>
                    <a:pt x="2240323" y="532964"/>
                    <a:pt x="2160313" y="545664"/>
                  </a:cubicBezTo>
                  <a:cubicBezTo>
                    <a:pt x="2010453" y="569794"/>
                    <a:pt x="1723433" y="662504"/>
                    <a:pt x="1515153" y="706954"/>
                  </a:cubicBezTo>
                  <a:cubicBezTo>
                    <a:pt x="1323383" y="748864"/>
                    <a:pt x="1038903" y="811094"/>
                    <a:pt x="960163" y="809824"/>
                  </a:cubicBezTo>
                  <a:cubicBezTo>
                    <a:pt x="937303" y="809824"/>
                    <a:pt x="929683" y="808554"/>
                    <a:pt x="918253" y="800934"/>
                  </a:cubicBezTo>
                  <a:cubicBezTo>
                    <a:pt x="906823" y="794584"/>
                    <a:pt x="896663" y="779344"/>
                    <a:pt x="892853" y="766644"/>
                  </a:cubicBezTo>
                  <a:cubicBezTo>
                    <a:pt x="889043" y="753944"/>
                    <a:pt x="890313" y="737434"/>
                    <a:pt x="896663" y="724734"/>
                  </a:cubicBezTo>
                  <a:cubicBezTo>
                    <a:pt x="903013" y="713304"/>
                    <a:pt x="906823" y="706954"/>
                    <a:pt x="927143" y="695524"/>
                  </a:cubicBezTo>
                  <a:cubicBezTo>
                    <a:pt x="1055413" y="630754"/>
                    <a:pt x="2150153" y="456764"/>
                    <a:pt x="2513373" y="394534"/>
                  </a:cubicBezTo>
                  <a:cubicBezTo>
                    <a:pt x="2702603" y="362784"/>
                    <a:pt x="2833413" y="352624"/>
                    <a:pt x="2947713" y="329764"/>
                  </a:cubicBezTo>
                  <a:cubicBezTo>
                    <a:pt x="3023913" y="313254"/>
                    <a:pt x="3088683" y="298014"/>
                    <a:pt x="3136943" y="280234"/>
                  </a:cubicBezTo>
                  <a:cubicBezTo>
                    <a:pt x="3166153" y="268804"/>
                    <a:pt x="3186473" y="247214"/>
                    <a:pt x="3206793" y="243404"/>
                  </a:cubicBezTo>
                  <a:cubicBezTo>
                    <a:pt x="3222033" y="240864"/>
                    <a:pt x="3237273" y="242134"/>
                    <a:pt x="3249973" y="248484"/>
                  </a:cubicBezTo>
                  <a:cubicBezTo>
                    <a:pt x="3262673" y="256104"/>
                    <a:pt x="3279183" y="278964"/>
                    <a:pt x="3281723" y="294204"/>
                  </a:cubicBezTo>
                  <a:cubicBezTo>
                    <a:pt x="3284263" y="306904"/>
                    <a:pt x="3279183" y="324684"/>
                    <a:pt x="3271563" y="334844"/>
                  </a:cubicBezTo>
                  <a:cubicBezTo>
                    <a:pt x="3265213" y="346274"/>
                    <a:pt x="3252513" y="355164"/>
                    <a:pt x="3237273" y="360244"/>
                  </a:cubicBezTo>
                  <a:cubicBezTo>
                    <a:pt x="3213143" y="367864"/>
                    <a:pt x="3183933" y="352624"/>
                    <a:pt x="3135673" y="358974"/>
                  </a:cubicBezTo>
                  <a:cubicBezTo>
                    <a:pt x="3012483" y="375484"/>
                    <a:pt x="2715303" y="496134"/>
                    <a:pt x="2487973" y="535504"/>
                  </a:cubicBezTo>
                  <a:cubicBezTo>
                    <a:pt x="2242863" y="577414"/>
                    <a:pt x="1991403" y="578684"/>
                    <a:pt x="1714543" y="593924"/>
                  </a:cubicBezTo>
                  <a:cubicBezTo>
                    <a:pt x="1390693" y="611704"/>
                    <a:pt x="864913" y="604084"/>
                    <a:pt x="664253" y="628214"/>
                  </a:cubicBezTo>
                  <a:cubicBezTo>
                    <a:pt x="582973" y="638374"/>
                    <a:pt x="529633" y="651074"/>
                    <a:pt x="494073" y="665044"/>
                  </a:cubicBezTo>
                  <a:cubicBezTo>
                    <a:pt x="476293" y="671394"/>
                    <a:pt x="469943" y="685364"/>
                    <a:pt x="457243" y="685364"/>
                  </a:cubicBezTo>
                  <a:cubicBezTo>
                    <a:pt x="444543" y="686634"/>
                    <a:pt x="428033" y="679014"/>
                    <a:pt x="417873" y="668854"/>
                  </a:cubicBezTo>
                  <a:cubicBezTo>
                    <a:pt x="408983" y="659964"/>
                    <a:pt x="401363" y="643454"/>
                    <a:pt x="400093" y="632024"/>
                  </a:cubicBezTo>
                  <a:cubicBezTo>
                    <a:pt x="398823" y="621864"/>
                    <a:pt x="400093" y="612974"/>
                    <a:pt x="403903" y="604084"/>
                  </a:cubicBezTo>
                  <a:cubicBezTo>
                    <a:pt x="408983" y="592654"/>
                    <a:pt x="415333" y="583764"/>
                    <a:pt x="433113" y="573604"/>
                  </a:cubicBezTo>
                  <a:cubicBezTo>
                    <a:pt x="499153" y="534234"/>
                    <a:pt x="776013" y="474544"/>
                    <a:pt x="971593" y="436444"/>
                  </a:cubicBezTo>
                  <a:cubicBezTo>
                    <a:pt x="1200193" y="391994"/>
                    <a:pt x="1644693" y="328494"/>
                    <a:pt x="1724703" y="334844"/>
                  </a:cubicBezTo>
                  <a:cubicBezTo>
                    <a:pt x="1741213" y="336114"/>
                    <a:pt x="1745023" y="337384"/>
                    <a:pt x="1752643" y="343734"/>
                  </a:cubicBezTo>
                  <a:cubicBezTo>
                    <a:pt x="1762803" y="350084"/>
                    <a:pt x="1775503" y="365324"/>
                    <a:pt x="1779313" y="378024"/>
                  </a:cubicBezTo>
                  <a:cubicBezTo>
                    <a:pt x="1784393" y="390724"/>
                    <a:pt x="1781853" y="409774"/>
                    <a:pt x="1778043" y="421204"/>
                  </a:cubicBezTo>
                  <a:cubicBezTo>
                    <a:pt x="1774233" y="430094"/>
                    <a:pt x="1769153" y="435174"/>
                    <a:pt x="1758993" y="444064"/>
                  </a:cubicBezTo>
                  <a:cubicBezTo>
                    <a:pt x="1739943" y="461844"/>
                    <a:pt x="1704383" y="485974"/>
                    <a:pt x="1652313" y="507564"/>
                  </a:cubicBezTo>
                  <a:cubicBezTo>
                    <a:pt x="1532933" y="557094"/>
                    <a:pt x="1226863" y="621864"/>
                    <a:pt x="1037633" y="667584"/>
                  </a:cubicBezTo>
                  <a:cubicBezTo>
                    <a:pt x="877613" y="705684"/>
                    <a:pt x="662983" y="733624"/>
                    <a:pt x="591863" y="765374"/>
                  </a:cubicBezTo>
                  <a:cubicBezTo>
                    <a:pt x="566463" y="776804"/>
                    <a:pt x="561383" y="797124"/>
                    <a:pt x="546143" y="798394"/>
                  </a:cubicBezTo>
                  <a:cubicBezTo>
                    <a:pt x="532173" y="800934"/>
                    <a:pt x="515663" y="793314"/>
                    <a:pt x="505503" y="784424"/>
                  </a:cubicBezTo>
                  <a:cubicBezTo>
                    <a:pt x="495343" y="775534"/>
                    <a:pt x="487723" y="760294"/>
                    <a:pt x="485183" y="746324"/>
                  </a:cubicBezTo>
                  <a:cubicBezTo>
                    <a:pt x="483913" y="733624"/>
                    <a:pt x="487723" y="715844"/>
                    <a:pt x="495343" y="705684"/>
                  </a:cubicBezTo>
                  <a:cubicBezTo>
                    <a:pt x="502963" y="694254"/>
                    <a:pt x="515663" y="685364"/>
                    <a:pt x="530903" y="680284"/>
                  </a:cubicBezTo>
                  <a:cubicBezTo>
                    <a:pt x="553763" y="672664"/>
                    <a:pt x="576623" y="685364"/>
                    <a:pt x="624883" y="679014"/>
                  </a:cubicBezTo>
                  <a:cubicBezTo>
                    <a:pt x="793793" y="656154"/>
                    <a:pt x="1355133" y="483434"/>
                    <a:pt x="1750103" y="397074"/>
                  </a:cubicBezTo>
                  <a:cubicBezTo>
                    <a:pt x="2183173" y="303094"/>
                    <a:pt x="2983273" y="140534"/>
                    <a:pt x="3120433" y="141804"/>
                  </a:cubicBezTo>
                  <a:cubicBezTo>
                    <a:pt x="3144563" y="141804"/>
                    <a:pt x="3152183" y="143074"/>
                    <a:pt x="3163613" y="150694"/>
                  </a:cubicBezTo>
                  <a:cubicBezTo>
                    <a:pt x="3175043" y="157044"/>
                    <a:pt x="3186473" y="172284"/>
                    <a:pt x="3190283" y="184984"/>
                  </a:cubicBezTo>
                  <a:cubicBezTo>
                    <a:pt x="3194093" y="197684"/>
                    <a:pt x="3192823" y="216734"/>
                    <a:pt x="3186473" y="228164"/>
                  </a:cubicBezTo>
                  <a:cubicBezTo>
                    <a:pt x="3180123" y="240864"/>
                    <a:pt x="3171233" y="251024"/>
                    <a:pt x="3154723" y="258644"/>
                  </a:cubicBezTo>
                  <a:cubicBezTo>
                    <a:pt x="3122973" y="275154"/>
                    <a:pt x="3056933" y="268804"/>
                    <a:pt x="2990893" y="281504"/>
                  </a:cubicBezTo>
                  <a:cubicBezTo>
                    <a:pt x="2889293" y="301824"/>
                    <a:pt x="2747053" y="341194"/>
                    <a:pt x="2611163" y="380564"/>
                  </a:cubicBezTo>
                  <a:cubicBezTo>
                    <a:pt x="2451143" y="426284"/>
                    <a:pt x="2202223" y="503754"/>
                    <a:pt x="2091733" y="540584"/>
                  </a:cubicBezTo>
                  <a:cubicBezTo>
                    <a:pt x="2040933" y="558364"/>
                    <a:pt x="2004103" y="564714"/>
                    <a:pt x="1979973" y="581224"/>
                  </a:cubicBezTo>
                  <a:cubicBezTo>
                    <a:pt x="1964733" y="591384"/>
                    <a:pt x="1962193" y="609164"/>
                    <a:pt x="1950763" y="614244"/>
                  </a:cubicBezTo>
                  <a:cubicBezTo>
                    <a:pt x="1938063" y="619324"/>
                    <a:pt x="1919013" y="618054"/>
                    <a:pt x="1906313" y="612974"/>
                  </a:cubicBezTo>
                  <a:cubicBezTo>
                    <a:pt x="1894883" y="607894"/>
                    <a:pt x="1880913" y="595194"/>
                    <a:pt x="1874563" y="583764"/>
                  </a:cubicBezTo>
                  <a:cubicBezTo>
                    <a:pt x="1869483" y="574874"/>
                    <a:pt x="1868213" y="565984"/>
                    <a:pt x="1868213" y="555824"/>
                  </a:cubicBezTo>
                  <a:cubicBezTo>
                    <a:pt x="1869483" y="543124"/>
                    <a:pt x="1877103" y="525344"/>
                    <a:pt x="1884723" y="515184"/>
                  </a:cubicBezTo>
                  <a:cubicBezTo>
                    <a:pt x="1891073" y="507564"/>
                    <a:pt x="1894883" y="503754"/>
                    <a:pt x="1908853" y="498674"/>
                  </a:cubicBezTo>
                  <a:cubicBezTo>
                    <a:pt x="1969813" y="480894"/>
                    <a:pt x="2240323" y="511374"/>
                    <a:pt x="2420663" y="502484"/>
                  </a:cubicBezTo>
                  <a:cubicBezTo>
                    <a:pt x="2623863" y="492324"/>
                    <a:pt x="2853733" y="451684"/>
                    <a:pt x="3067093" y="432634"/>
                  </a:cubicBezTo>
                  <a:cubicBezTo>
                    <a:pt x="3274103" y="413584"/>
                    <a:pt x="3581443" y="407234"/>
                    <a:pt x="3680503" y="389454"/>
                  </a:cubicBezTo>
                  <a:cubicBezTo>
                    <a:pt x="3713523" y="383104"/>
                    <a:pt x="3724953" y="369134"/>
                    <a:pt x="3745273" y="370404"/>
                  </a:cubicBezTo>
                  <a:cubicBezTo>
                    <a:pt x="3764323" y="370404"/>
                    <a:pt x="3787183" y="379294"/>
                    <a:pt x="3797343" y="393264"/>
                  </a:cubicBezTo>
                  <a:cubicBezTo>
                    <a:pt x="3807503" y="405964"/>
                    <a:pt x="3812583" y="432634"/>
                    <a:pt x="3807503" y="449144"/>
                  </a:cubicBezTo>
                  <a:cubicBezTo>
                    <a:pt x="3802423" y="464384"/>
                    <a:pt x="3793533" y="475814"/>
                    <a:pt x="3768133" y="488514"/>
                  </a:cubicBezTo>
                  <a:cubicBezTo>
                    <a:pt x="3646213" y="549474"/>
                    <a:pt x="2936283" y="597734"/>
                    <a:pt x="2576873" y="656154"/>
                  </a:cubicBezTo>
                  <a:cubicBezTo>
                    <a:pt x="2279693" y="704414"/>
                    <a:pt x="2024423" y="765374"/>
                    <a:pt x="1761533" y="806014"/>
                  </a:cubicBezTo>
                  <a:cubicBezTo>
                    <a:pt x="1516423" y="844114"/>
                    <a:pt x="1158283" y="860624"/>
                    <a:pt x="1047793" y="896184"/>
                  </a:cubicBezTo>
                  <a:cubicBezTo>
                    <a:pt x="1012233" y="908884"/>
                    <a:pt x="1000803" y="931744"/>
                    <a:pt x="980483" y="934284"/>
                  </a:cubicBezTo>
                  <a:cubicBezTo>
                    <a:pt x="966513" y="935554"/>
                    <a:pt x="950003" y="931744"/>
                    <a:pt x="939843" y="924124"/>
                  </a:cubicBezTo>
                  <a:cubicBezTo>
                    <a:pt x="928413" y="916504"/>
                    <a:pt x="918253" y="901264"/>
                    <a:pt x="915713" y="888564"/>
                  </a:cubicBezTo>
                  <a:cubicBezTo>
                    <a:pt x="911903" y="875864"/>
                    <a:pt x="914443" y="858084"/>
                    <a:pt x="920793" y="845384"/>
                  </a:cubicBezTo>
                  <a:cubicBezTo>
                    <a:pt x="927143" y="833954"/>
                    <a:pt x="937303" y="826334"/>
                    <a:pt x="952543" y="817444"/>
                  </a:cubicBezTo>
                  <a:cubicBezTo>
                    <a:pt x="984293" y="800934"/>
                    <a:pt x="1027473" y="799664"/>
                    <a:pt x="1102403" y="775534"/>
                  </a:cubicBezTo>
                  <a:cubicBezTo>
                    <a:pt x="1338623" y="701874"/>
                    <a:pt x="2255563" y="357704"/>
                    <a:pt x="2546393" y="262454"/>
                  </a:cubicBezTo>
                  <a:cubicBezTo>
                    <a:pt x="2672123" y="220544"/>
                    <a:pt x="2738163" y="214194"/>
                    <a:pt x="2818173" y="181174"/>
                  </a:cubicBezTo>
                  <a:cubicBezTo>
                    <a:pt x="2888023" y="151964"/>
                    <a:pt x="2961683" y="84654"/>
                    <a:pt x="3006133" y="79574"/>
                  </a:cubicBezTo>
                  <a:cubicBezTo>
                    <a:pt x="3028993" y="77034"/>
                    <a:pt x="3048043" y="83384"/>
                    <a:pt x="3059473" y="94814"/>
                  </a:cubicBezTo>
                  <a:cubicBezTo>
                    <a:pt x="3072173" y="104974"/>
                    <a:pt x="3081063" y="130374"/>
                    <a:pt x="3078523" y="146884"/>
                  </a:cubicBezTo>
                  <a:cubicBezTo>
                    <a:pt x="3075983" y="163394"/>
                    <a:pt x="3067093" y="177364"/>
                    <a:pt x="3045503" y="191334"/>
                  </a:cubicBezTo>
                  <a:cubicBezTo>
                    <a:pt x="2995973" y="225624"/>
                    <a:pt x="2857543" y="224354"/>
                    <a:pt x="2726733" y="268804"/>
                  </a:cubicBezTo>
                  <a:cubicBezTo>
                    <a:pt x="2499403" y="345004"/>
                    <a:pt x="2048553" y="546934"/>
                    <a:pt x="1821223" y="667584"/>
                  </a:cubicBezTo>
                  <a:cubicBezTo>
                    <a:pt x="1676443" y="745054"/>
                    <a:pt x="1579923" y="811094"/>
                    <a:pt x="1477053" y="884754"/>
                  </a:cubicBezTo>
                  <a:cubicBezTo>
                    <a:pt x="1386883" y="950794"/>
                    <a:pt x="1225593" y="1067634"/>
                    <a:pt x="1234483" y="1086684"/>
                  </a:cubicBezTo>
                  <a:cubicBezTo>
                    <a:pt x="1239563" y="1098114"/>
                    <a:pt x="1294173" y="1072714"/>
                    <a:pt x="1347513" y="1070174"/>
                  </a:cubicBezTo>
                  <a:cubicBezTo>
                    <a:pt x="1466893" y="1061284"/>
                    <a:pt x="1858053" y="1063824"/>
                    <a:pt x="1939333" y="1079064"/>
                  </a:cubicBezTo>
                  <a:cubicBezTo>
                    <a:pt x="1962193" y="1082874"/>
                    <a:pt x="1971083" y="1085414"/>
                    <a:pt x="1981243" y="1095574"/>
                  </a:cubicBezTo>
                  <a:cubicBezTo>
                    <a:pt x="1992673" y="1107004"/>
                    <a:pt x="2002833" y="1132404"/>
                    <a:pt x="2000293" y="1148914"/>
                  </a:cubicBezTo>
                  <a:cubicBezTo>
                    <a:pt x="1997753" y="1165424"/>
                    <a:pt x="1985053" y="1179394"/>
                    <a:pt x="1967273" y="1195904"/>
                  </a:cubicBezTo>
                  <a:cubicBezTo>
                    <a:pt x="1936793" y="1223844"/>
                    <a:pt x="1864403" y="1261944"/>
                    <a:pt x="1812333" y="1282264"/>
                  </a:cubicBezTo>
                  <a:cubicBezTo>
                    <a:pt x="1762803" y="1301314"/>
                    <a:pt x="1698033" y="1302584"/>
                    <a:pt x="1663743" y="1319094"/>
                  </a:cubicBezTo>
                  <a:cubicBezTo>
                    <a:pt x="1642153" y="1327984"/>
                    <a:pt x="1631993" y="1347034"/>
                    <a:pt x="1615483" y="1353384"/>
                  </a:cubicBezTo>
                  <a:cubicBezTo>
                    <a:pt x="1600243" y="1358464"/>
                    <a:pt x="1582463" y="1359734"/>
                    <a:pt x="1569763" y="1355924"/>
                  </a:cubicBezTo>
                  <a:cubicBezTo>
                    <a:pt x="1555793" y="1350844"/>
                    <a:pt x="1540553" y="1339414"/>
                    <a:pt x="1532933" y="1326714"/>
                  </a:cubicBezTo>
                  <a:cubicBezTo>
                    <a:pt x="1525313" y="1314014"/>
                    <a:pt x="1521503" y="1296234"/>
                    <a:pt x="1525313" y="1280994"/>
                  </a:cubicBezTo>
                  <a:cubicBezTo>
                    <a:pt x="1529123" y="1264484"/>
                    <a:pt x="1551983" y="1232734"/>
                    <a:pt x="1563413" y="1234004"/>
                  </a:cubicBezTo>
                  <a:cubicBezTo>
                    <a:pt x="1576113" y="1235274"/>
                    <a:pt x="1592623" y="1307664"/>
                    <a:pt x="1600243" y="1306394"/>
                  </a:cubicBezTo>
                  <a:cubicBezTo>
                    <a:pt x="1607863" y="1305124"/>
                    <a:pt x="1579923" y="1221304"/>
                    <a:pt x="1606593" y="1197174"/>
                  </a:cubicBezTo>
                  <a:cubicBezTo>
                    <a:pt x="1658663" y="1148914"/>
                    <a:pt x="1908853" y="1203524"/>
                    <a:pt x="2054903" y="1199714"/>
                  </a:cubicBezTo>
                  <a:cubicBezTo>
                    <a:pt x="2194603" y="1195904"/>
                    <a:pt x="2291123" y="1188284"/>
                    <a:pt x="2465113" y="1176854"/>
                  </a:cubicBezTo>
                  <a:cubicBezTo>
                    <a:pt x="2771183" y="1155264"/>
                    <a:pt x="3445553" y="1104464"/>
                    <a:pt x="3733843" y="1070174"/>
                  </a:cubicBezTo>
                  <a:cubicBezTo>
                    <a:pt x="3884973" y="1052394"/>
                    <a:pt x="4011973" y="1010484"/>
                    <a:pt x="4075473" y="1016834"/>
                  </a:cubicBezTo>
                  <a:cubicBezTo>
                    <a:pt x="4102143" y="1019374"/>
                    <a:pt x="4117383" y="1026994"/>
                    <a:pt x="4128813" y="1037154"/>
                  </a:cubicBezTo>
                  <a:cubicBezTo>
                    <a:pt x="4136433" y="1044774"/>
                    <a:pt x="4140243" y="1053664"/>
                    <a:pt x="4142783" y="1063824"/>
                  </a:cubicBezTo>
                  <a:cubicBezTo>
                    <a:pt x="4145323" y="1075254"/>
                    <a:pt x="4144053" y="1094304"/>
                    <a:pt x="4137703" y="1107004"/>
                  </a:cubicBezTo>
                  <a:cubicBezTo>
                    <a:pt x="4128813" y="1120974"/>
                    <a:pt x="4109763" y="1134944"/>
                    <a:pt x="4090713" y="1138754"/>
                  </a:cubicBezTo>
                  <a:cubicBezTo>
                    <a:pt x="4064043" y="1145104"/>
                    <a:pt x="4033563" y="1126054"/>
                    <a:pt x="3990383" y="1126054"/>
                  </a:cubicBezTo>
                  <a:cubicBezTo>
                    <a:pt x="3911643" y="1126054"/>
                    <a:pt x="3789723" y="1156534"/>
                    <a:pt x="3657643" y="1169234"/>
                  </a:cubicBezTo>
                  <a:cubicBezTo>
                    <a:pt x="3462063" y="1187014"/>
                    <a:pt x="3161073" y="1185744"/>
                    <a:pt x="2929933" y="1209874"/>
                  </a:cubicBezTo>
                  <a:cubicBezTo>
                    <a:pt x="2715303" y="1232734"/>
                    <a:pt x="2540043" y="1264484"/>
                    <a:pt x="2316523" y="1307664"/>
                  </a:cubicBezTo>
                  <a:cubicBezTo>
                    <a:pt x="2040933" y="1359734"/>
                    <a:pt x="1692953" y="1435934"/>
                    <a:pt x="1398313" y="1509594"/>
                  </a:cubicBezTo>
                  <a:cubicBezTo>
                    <a:pt x="1120183" y="1579444"/>
                    <a:pt x="806493" y="1668344"/>
                    <a:pt x="594403" y="1733114"/>
                  </a:cubicBezTo>
                  <a:cubicBezTo>
                    <a:pt x="452163" y="1777564"/>
                    <a:pt x="334053" y="1825824"/>
                    <a:pt x="242613" y="1851224"/>
                  </a:cubicBezTo>
                  <a:cubicBezTo>
                    <a:pt x="182923" y="1866464"/>
                    <a:pt x="132123" y="1876624"/>
                    <a:pt x="95293" y="1880434"/>
                  </a:cubicBezTo>
                  <a:cubicBezTo>
                    <a:pt x="73703" y="1882974"/>
                    <a:pt x="58463" y="1885514"/>
                    <a:pt x="43223" y="1880434"/>
                  </a:cubicBezTo>
                  <a:cubicBezTo>
                    <a:pt x="29253" y="1876624"/>
                    <a:pt x="16553" y="1866464"/>
                    <a:pt x="8933" y="1855034"/>
                  </a:cubicBezTo>
                  <a:cubicBezTo>
                    <a:pt x="2583" y="1843604"/>
                    <a:pt x="-2497" y="1827094"/>
                    <a:pt x="1313" y="1813124"/>
                  </a:cubicBezTo>
                  <a:cubicBezTo>
                    <a:pt x="5123" y="1797884"/>
                    <a:pt x="15283" y="1785184"/>
                    <a:pt x="34333" y="1769944"/>
                  </a:cubicBezTo>
                  <a:cubicBezTo>
                    <a:pt x="74973" y="1736924"/>
                    <a:pt x="162603" y="1700094"/>
                    <a:pt x="255313" y="1667074"/>
                  </a:cubicBezTo>
                  <a:cubicBezTo>
                    <a:pt x="401363" y="1615004"/>
                    <a:pt x="613453" y="1569284"/>
                    <a:pt x="833163" y="1515944"/>
                  </a:cubicBezTo>
                  <a:cubicBezTo>
                    <a:pt x="1122723" y="1446094"/>
                    <a:pt x="1562143" y="1349574"/>
                    <a:pt x="1847893" y="1291154"/>
                  </a:cubicBezTo>
                  <a:cubicBezTo>
                    <a:pt x="2054903" y="1247974"/>
                    <a:pt x="2310173" y="1185744"/>
                    <a:pt x="2387643" y="1185744"/>
                  </a:cubicBezTo>
                  <a:cubicBezTo>
                    <a:pt x="2407963" y="1185744"/>
                    <a:pt x="2416853" y="1187014"/>
                    <a:pt x="2428283" y="1193364"/>
                  </a:cubicBezTo>
                  <a:cubicBezTo>
                    <a:pt x="2438443" y="1200984"/>
                    <a:pt x="2449873" y="1214954"/>
                    <a:pt x="2453683" y="1226384"/>
                  </a:cubicBezTo>
                  <a:cubicBezTo>
                    <a:pt x="2457493" y="1239084"/>
                    <a:pt x="2456223" y="1256864"/>
                    <a:pt x="2451143" y="1268294"/>
                  </a:cubicBezTo>
                  <a:cubicBezTo>
                    <a:pt x="2444793" y="1279724"/>
                    <a:pt x="2437173" y="1289884"/>
                    <a:pt x="2420663" y="1297504"/>
                  </a:cubicBezTo>
                  <a:cubicBezTo>
                    <a:pt x="2390183" y="1311474"/>
                    <a:pt x="2322873" y="1303854"/>
                    <a:pt x="2259373" y="1311474"/>
                  </a:cubicBezTo>
                  <a:cubicBezTo>
                    <a:pt x="2166663" y="1324174"/>
                    <a:pt x="1993943" y="1349574"/>
                    <a:pt x="1916473" y="1372434"/>
                  </a:cubicBezTo>
                  <a:cubicBezTo>
                    <a:pt x="1874563" y="1385134"/>
                    <a:pt x="1846623" y="1413074"/>
                    <a:pt x="1821223" y="1414344"/>
                  </a:cubicBezTo>
                  <a:cubicBezTo>
                    <a:pt x="1804713" y="1415614"/>
                    <a:pt x="1790743" y="1410534"/>
                    <a:pt x="1780583" y="1402914"/>
                  </a:cubicBezTo>
                  <a:cubicBezTo>
                    <a:pt x="1769153" y="1394024"/>
                    <a:pt x="1760263" y="1378784"/>
                    <a:pt x="1756453" y="1366084"/>
                  </a:cubicBezTo>
                  <a:cubicBezTo>
                    <a:pt x="1753913" y="1352114"/>
                    <a:pt x="1757723" y="1334334"/>
                    <a:pt x="1764073" y="1322904"/>
                  </a:cubicBezTo>
                  <a:cubicBezTo>
                    <a:pt x="1770423" y="1311474"/>
                    <a:pt x="1781853" y="1301314"/>
                    <a:pt x="1797093" y="1296234"/>
                  </a:cubicBezTo>
                  <a:cubicBezTo>
                    <a:pt x="1821223" y="1287344"/>
                    <a:pt x="1847893" y="1300044"/>
                    <a:pt x="1897423" y="1296234"/>
                  </a:cubicBezTo>
                  <a:cubicBezTo>
                    <a:pt x="2043473" y="1286074"/>
                    <a:pt x="2665773" y="1162884"/>
                    <a:pt x="2768643" y="1165424"/>
                  </a:cubicBezTo>
                  <a:cubicBezTo>
                    <a:pt x="2791503" y="1166694"/>
                    <a:pt x="2799123" y="1169234"/>
                    <a:pt x="2810553" y="1174314"/>
                  </a:cubicBezTo>
                  <a:cubicBezTo>
                    <a:pt x="2818173" y="1179394"/>
                    <a:pt x="2824523" y="1187014"/>
                    <a:pt x="2829603" y="1195904"/>
                  </a:cubicBezTo>
                  <a:cubicBezTo>
                    <a:pt x="2833413" y="1203524"/>
                    <a:pt x="2837223" y="1212414"/>
                    <a:pt x="2837223" y="1222574"/>
                  </a:cubicBezTo>
                  <a:cubicBezTo>
                    <a:pt x="2835953" y="1235274"/>
                    <a:pt x="2830873" y="1251784"/>
                    <a:pt x="2823253" y="1261944"/>
                  </a:cubicBezTo>
                  <a:cubicBezTo>
                    <a:pt x="2814363" y="1272104"/>
                    <a:pt x="2806743" y="1275914"/>
                    <a:pt x="2786423" y="1282264"/>
                  </a:cubicBezTo>
                  <a:cubicBezTo>
                    <a:pt x="2724193" y="1305124"/>
                    <a:pt x="2540043" y="1333064"/>
                    <a:pt x="2372403" y="1361004"/>
                  </a:cubicBezTo>
                  <a:cubicBezTo>
                    <a:pt x="2110783" y="1405454"/>
                    <a:pt x="1473243" y="1538804"/>
                    <a:pt x="1371643" y="1510864"/>
                  </a:cubicBezTo>
                  <a:cubicBezTo>
                    <a:pt x="1351323" y="1505784"/>
                    <a:pt x="1344973" y="1494354"/>
                    <a:pt x="1338623" y="1484194"/>
                  </a:cubicBezTo>
                  <a:cubicBezTo>
                    <a:pt x="1333543" y="1475304"/>
                    <a:pt x="1331003" y="1466414"/>
                    <a:pt x="1331003" y="1456254"/>
                  </a:cubicBezTo>
                  <a:cubicBezTo>
                    <a:pt x="1331003" y="1444824"/>
                    <a:pt x="1337353" y="1425774"/>
                    <a:pt x="1344973" y="1416884"/>
                  </a:cubicBezTo>
                  <a:cubicBezTo>
                    <a:pt x="1350053" y="1407994"/>
                    <a:pt x="1353863" y="1405454"/>
                    <a:pt x="1367833" y="1399104"/>
                  </a:cubicBezTo>
                  <a:cubicBezTo>
                    <a:pt x="1419903" y="1373704"/>
                    <a:pt x="1648503" y="1320364"/>
                    <a:pt x="1795823" y="1286074"/>
                  </a:cubicBezTo>
                  <a:cubicBezTo>
                    <a:pt x="1949493" y="1249244"/>
                    <a:pt x="2171743" y="1218764"/>
                    <a:pt x="2273343" y="1184474"/>
                  </a:cubicBezTo>
                  <a:cubicBezTo>
                    <a:pt x="2322873" y="1167964"/>
                    <a:pt x="2354623" y="1136214"/>
                    <a:pt x="2381293" y="1134944"/>
                  </a:cubicBezTo>
                  <a:cubicBezTo>
                    <a:pt x="2397803" y="1134944"/>
                    <a:pt x="2411773" y="1141294"/>
                    <a:pt x="2421933" y="1150184"/>
                  </a:cubicBezTo>
                  <a:cubicBezTo>
                    <a:pt x="2432093" y="1159074"/>
                    <a:pt x="2439713" y="1174314"/>
                    <a:pt x="2440983" y="1188284"/>
                  </a:cubicBezTo>
                  <a:cubicBezTo>
                    <a:pt x="2443523" y="1200984"/>
                    <a:pt x="2438443" y="1218764"/>
                    <a:pt x="2430823" y="1228924"/>
                  </a:cubicBezTo>
                  <a:cubicBezTo>
                    <a:pt x="2423203" y="1240354"/>
                    <a:pt x="2415583" y="1246704"/>
                    <a:pt x="2396533" y="1253054"/>
                  </a:cubicBezTo>
                  <a:cubicBezTo>
                    <a:pt x="2339383" y="1274644"/>
                    <a:pt x="2153963" y="1274644"/>
                    <a:pt x="2033313" y="1300044"/>
                  </a:cubicBezTo>
                  <a:cubicBezTo>
                    <a:pt x="1912663" y="1324174"/>
                    <a:pt x="1816143" y="1374974"/>
                    <a:pt x="1673903" y="1401644"/>
                  </a:cubicBezTo>
                  <a:cubicBezTo>
                    <a:pt x="1474513" y="1439744"/>
                    <a:pt x="1035093" y="1484194"/>
                    <a:pt x="942383" y="1476574"/>
                  </a:cubicBezTo>
                  <a:cubicBezTo>
                    <a:pt x="919523" y="1474034"/>
                    <a:pt x="911903" y="1472764"/>
                    <a:pt x="900473" y="1465144"/>
                  </a:cubicBezTo>
                  <a:cubicBezTo>
                    <a:pt x="890313" y="1456254"/>
                    <a:pt x="880153" y="1442284"/>
                    <a:pt x="877613" y="1428314"/>
                  </a:cubicBezTo>
                  <a:cubicBezTo>
                    <a:pt x="875073" y="1413074"/>
                    <a:pt x="877613" y="1392754"/>
                    <a:pt x="892853" y="1374974"/>
                  </a:cubicBezTo>
                  <a:cubicBezTo>
                    <a:pt x="925873" y="1334334"/>
                    <a:pt x="1040173" y="1291154"/>
                    <a:pt x="1132883" y="1253054"/>
                  </a:cubicBezTo>
                  <a:cubicBezTo>
                    <a:pt x="1250993" y="1204794"/>
                    <a:pt x="1380533" y="1167964"/>
                    <a:pt x="1549443" y="1120974"/>
                  </a:cubicBezTo>
                  <a:cubicBezTo>
                    <a:pt x="1804713" y="1049854"/>
                    <a:pt x="2383833" y="946984"/>
                    <a:pt x="2527343" y="884754"/>
                  </a:cubicBezTo>
                  <a:cubicBezTo>
                    <a:pt x="2571793" y="865704"/>
                    <a:pt x="2611163" y="836494"/>
                    <a:pt x="2608623" y="832684"/>
                  </a:cubicBezTo>
                  <a:cubicBezTo>
                    <a:pt x="2606083" y="826334"/>
                    <a:pt x="2532423" y="864434"/>
                    <a:pt x="2471463" y="872054"/>
                  </a:cubicBezTo>
                  <a:cubicBezTo>
                    <a:pt x="2357163" y="887294"/>
                    <a:pt x="2072683" y="897454"/>
                    <a:pt x="1973623" y="860624"/>
                  </a:cubicBezTo>
                  <a:cubicBezTo>
                    <a:pt x="1924093" y="841574"/>
                    <a:pt x="1889803" y="809824"/>
                    <a:pt x="1875833" y="776804"/>
                  </a:cubicBezTo>
                  <a:cubicBezTo>
                    <a:pt x="1863133" y="751404"/>
                    <a:pt x="1860593" y="717114"/>
                    <a:pt x="1877103" y="689174"/>
                  </a:cubicBezTo>
                  <a:cubicBezTo>
                    <a:pt x="1903773" y="642184"/>
                    <a:pt x="2012993" y="597734"/>
                    <a:pt x="2093003" y="560904"/>
                  </a:cubicBezTo>
                  <a:cubicBezTo>
                    <a:pt x="2181903" y="518994"/>
                    <a:pt x="2286043" y="491054"/>
                    <a:pt x="2391453" y="456764"/>
                  </a:cubicBezTo>
                  <a:cubicBezTo>
                    <a:pt x="2509563" y="419934"/>
                    <a:pt x="2698793" y="384374"/>
                    <a:pt x="2769913" y="350084"/>
                  </a:cubicBezTo>
                  <a:cubicBezTo>
                    <a:pt x="2800393" y="336114"/>
                    <a:pt x="2810553" y="311984"/>
                    <a:pt x="2830873" y="306904"/>
                  </a:cubicBezTo>
                  <a:cubicBezTo>
                    <a:pt x="2849923" y="303094"/>
                    <a:pt x="2875323" y="309444"/>
                    <a:pt x="2888023" y="319604"/>
                  </a:cubicBezTo>
                  <a:cubicBezTo>
                    <a:pt x="2899453" y="328494"/>
                    <a:pt x="2907073" y="345004"/>
                    <a:pt x="2909613" y="357704"/>
                  </a:cubicBezTo>
                  <a:cubicBezTo>
                    <a:pt x="2912153" y="367864"/>
                    <a:pt x="2912153" y="378024"/>
                    <a:pt x="2907073" y="388184"/>
                  </a:cubicBezTo>
                  <a:cubicBezTo>
                    <a:pt x="2900723" y="400884"/>
                    <a:pt x="2885483" y="418664"/>
                    <a:pt x="2865163" y="427554"/>
                  </a:cubicBezTo>
                  <a:cubicBezTo>
                    <a:pt x="2832143" y="441524"/>
                    <a:pt x="2778803" y="427554"/>
                    <a:pt x="2716573" y="433904"/>
                  </a:cubicBezTo>
                  <a:cubicBezTo>
                    <a:pt x="2607353" y="442794"/>
                    <a:pt x="2448603" y="474544"/>
                    <a:pt x="2269533" y="493594"/>
                  </a:cubicBezTo>
                  <a:cubicBezTo>
                    <a:pt x="2000293" y="521534"/>
                    <a:pt x="1504993" y="553284"/>
                    <a:pt x="1257343" y="568524"/>
                  </a:cubicBezTo>
                  <a:cubicBezTo>
                    <a:pt x="1113833" y="577414"/>
                    <a:pt x="1007153" y="587574"/>
                    <a:pt x="916983" y="585034"/>
                  </a:cubicBezTo>
                  <a:cubicBezTo>
                    <a:pt x="857293" y="582494"/>
                    <a:pt x="793793" y="588844"/>
                    <a:pt x="767123" y="568524"/>
                  </a:cubicBezTo>
                  <a:cubicBezTo>
                    <a:pt x="750613" y="557094"/>
                    <a:pt x="742993" y="534234"/>
                    <a:pt x="744263" y="517724"/>
                  </a:cubicBezTo>
                  <a:cubicBezTo>
                    <a:pt x="745533" y="501214"/>
                    <a:pt x="755693" y="484704"/>
                    <a:pt x="774743" y="469464"/>
                  </a:cubicBezTo>
                  <a:cubicBezTo>
                    <a:pt x="819193" y="433904"/>
                    <a:pt x="929683" y="404694"/>
                    <a:pt x="1055413" y="366594"/>
                  </a:cubicBezTo>
                  <a:cubicBezTo>
                    <a:pt x="1296713" y="294204"/>
                    <a:pt x="1880913" y="174824"/>
                    <a:pt x="2129833" y="107514"/>
                  </a:cubicBezTo>
                  <a:cubicBezTo>
                    <a:pt x="2263183" y="71954"/>
                    <a:pt x="2378753" y="10994"/>
                    <a:pt x="2437173" y="16074"/>
                  </a:cubicBezTo>
                  <a:cubicBezTo>
                    <a:pt x="2461303" y="17344"/>
                    <a:pt x="2477813" y="30044"/>
                    <a:pt x="2486703" y="40204"/>
                  </a:cubicBezTo>
                  <a:cubicBezTo>
                    <a:pt x="2494323" y="47824"/>
                    <a:pt x="2496863" y="56714"/>
                    <a:pt x="2498133" y="66874"/>
                  </a:cubicBezTo>
                  <a:cubicBezTo>
                    <a:pt x="2499403" y="79574"/>
                    <a:pt x="2500673" y="94814"/>
                    <a:pt x="2489243" y="108784"/>
                  </a:cubicBezTo>
                  <a:cubicBezTo>
                    <a:pt x="2462573" y="144344"/>
                    <a:pt x="2372403" y="186254"/>
                    <a:pt x="2272073" y="226894"/>
                  </a:cubicBezTo>
                  <a:cubicBezTo>
                    <a:pt x="2073953" y="305634"/>
                    <a:pt x="1611673" y="402154"/>
                    <a:pt x="1347513" y="479624"/>
                  </a:cubicBezTo>
                  <a:cubicBezTo>
                    <a:pt x="1145583" y="538044"/>
                    <a:pt x="889043" y="653614"/>
                    <a:pt x="816653" y="643454"/>
                  </a:cubicBezTo>
                  <a:cubicBezTo>
                    <a:pt x="797603" y="640914"/>
                    <a:pt x="789983" y="629484"/>
                    <a:pt x="782363" y="620594"/>
                  </a:cubicBezTo>
                  <a:cubicBezTo>
                    <a:pt x="776013" y="611704"/>
                    <a:pt x="772203" y="602814"/>
                    <a:pt x="770933" y="593924"/>
                  </a:cubicBezTo>
                  <a:cubicBezTo>
                    <a:pt x="770933" y="581224"/>
                    <a:pt x="774743" y="562174"/>
                    <a:pt x="781093" y="552014"/>
                  </a:cubicBezTo>
                  <a:cubicBezTo>
                    <a:pt x="786173" y="543124"/>
                    <a:pt x="789983" y="539314"/>
                    <a:pt x="801413" y="532964"/>
                  </a:cubicBezTo>
                  <a:cubicBezTo>
                    <a:pt x="835703" y="513914"/>
                    <a:pt x="939843" y="498674"/>
                    <a:pt x="1013503" y="474544"/>
                  </a:cubicBezTo>
                  <a:cubicBezTo>
                    <a:pt x="1098593" y="447874"/>
                    <a:pt x="1168443" y="413584"/>
                    <a:pt x="1282743" y="376754"/>
                  </a:cubicBezTo>
                  <a:cubicBezTo>
                    <a:pt x="1477053" y="311984"/>
                    <a:pt x="1991403" y="146884"/>
                    <a:pt x="2076493" y="143074"/>
                  </a:cubicBezTo>
                  <a:cubicBezTo>
                    <a:pt x="2093003" y="143074"/>
                    <a:pt x="2096813" y="144344"/>
                    <a:pt x="2105703" y="149424"/>
                  </a:cubicBezTo>
                  <a:cubicBezTo>
                    <a:pt x="2117133" y="155774"/>
                    <a:pt x="2131103" y="168474"/>
                    <a:pt x="2136183" y="181174"/>
                  </a:cubicBezTo>
                  <a:cubicBezTo>
                    <a:pt x="2141263" y="193874"/>
                    <a:pt x="2141263" y="212924"/>
                    <a:pt x="2137453" y="224354"/>
                  </a:cubicBezTo>
                  <a:cubicBezTo>
                    <a:pt x="2134913" y="234514"/>
                    <a:pt x="2132373" y="240864"/>
                    <a:pt x="2122213" y="249754"/>
                  </a:cubicBezTo>
                  <a:cubicBezTo>
                    <a:pt x="2095543" y="270074"/>
                    <a:pt x="2014263" y="291664"/>
                    <a:pt x="1944413" y="308174"/>
                  </a:cubicBezTo>
                  <a:cubicBezTo>
                    <a:pt x="1852973" y="332304"/>
                    <a:pt x="1682793" y="362784"/>
                    <a:pt x="1618023" y="366594"/>
                  </a:cubicBezTo>
                  <a:cubicBezTo>
                    <a:pt x="1592623" y="367864"/>
                    <a:pt x="1579923" y="366594"/>
                    <a:pt x="1563413" y="361514"/>
                  </a:cubicBezTo>
                  <a:cubicBezTo>
                    <a:pt x="1548173" y="357704"/>
                    <a:pt x="1531663" y="350084"/>
                    <a:pt x="1522773" y="341194"/>
                  </a:cubicBezTo>
                  <a:cubicBezTo>
                    <a:pt x="1515153" y="333574"/>
                    <a:pt x="1510073" y="324684"/>
                    <a:pt x="1508803" y="313254"/>
                  </a:cubicBezTo>
                  <a:cubicBezTo>
                    <a:pt x="1507533" y="298014"/>
                    <a:pt x="1515153" y="268804"/>
                    <a:pt x="1524043" y="256104"/>
                  </a:cubicBezTo>
                  <a:cubicBezTo>
                    <a:pt x="1530393" y="247214"/>
                    <a:pt x="1535473" y="244674"/>
                    <a:pt x="1548173" y="239594"/>
                  </a:cubicBezTo>
                  <a:cubicBezTo>
                    <a:pt x="1576113" y="228164"/>
                    <a:pt x="1665013" y="231974"/>
                    <a:pt x="1689143" y="215464"/>
                  </a:cubicBezTo>
                  <a:cubicBezTo>
                    <a:pt x="1700573" y="207844"/>
                    <a:pt x="1699303" y="192604"/>
                    <a:pt x="1708193" y="186254"/>
                  </a:cubicBezTo>
                  <a:cubicBezTo>
                    <a:pt x="1717083" y="179904"/>
                    <a:pt x="1729783" y="177364"/>
                    <a:pt x="1739943" y="176094"/>
                  </a:cubicBezTo>
                  <a:cubicBezTo>
                    <a:pt x="1750103" y="176094"/>
                    <a:pt x="1761533" y="177364"/>
                    <a:pt x="1771693" y="182444"/>
                  </a:cubicBezTo>
                  <a:cubicBezTo>
                    <a:pt x="1784393" y="188794"/>
                    <a:pt x="1800903" y="202764"/>
                    <a:pt x="1807253" y="216734"/>
                  </a:cubicBezTo>
                  <a:cubicBezTo>
                    <a:pt x="1813603" y="230704"/>
                    <a:pt x="1814873" y="251024"/>
                    <a:pt x="1809793" y="264994"/>
                  </a:cubicBezTo>
                  <a:cubicBezTo>
                    <a:pt x="1805983" y="280234"/>
                    <a:pt x="1800903" y="292934"/>
                    <a:pt x="1780583" y="303094"/>
                  </a:cubicBezTo>
                  <a:cubicBezTo>
                    <a:pt x="1696763" y="345004"/>
                    <a:pt x="1099863" y="346274"/>
                    <a:pt x="1008423" y="318334"/>
                  </a:cubicBezTo>
                  <a:cubicBezTo>
                    <a:pt x="985563" y="311984"/>
                    <a:pt x="979213" y="303094"/>
                    <a:pt x="970323" y="294204"/>
                  </a:cubicBezTo>
                  <a:cubicBezTo>
                    <a:pt x="963973" y="285314"/>
                    <a:pt x="960163" y="275154"/>
                    <a:pt x="958893" y="264994"/>
                  </a:cubicBezTo>
                  <a:cubicBezTo>
                    <a:pt x="957623" y="254834"/>
                    <a:pt x="958893" y="244674"/>
                    <a:pt x="962703" y="234514"/>
                  </a:cubicBezTo>
                  <a:cubicBezTo>
                    <a:pt x="967783" y="223084"/>
                    <a:pt x="975403" y="210384"/>
                    <a:pt x="991913" y="200224"/>
                  </a:cubicBezTo>
                  <a:cubicBezTo>
                    <a:pt x="1031283" y="178634"/>
                    <a:pt x="1139233" y="176094"/>
                    <a:pt x="1219243" y="157044"/>
                  </a:cubicBezTo>
                  <a:cubicBezTo>
                    <a:pt x="1310683" y="135454"/>
                    <a:pt x="1442763" y="84654"/>
                    <a:pt x="1507533" y="74494"/>
                  </a:cubicBezTo>
                  <a:cubicBezTo>
                    <a:pt x="1540553" y="69414"/>
                    <a:pt x="1560873" y="68144"/>
                    <a:pt x="1582463" y="71954"/>
                  </a:cubicBezTo>
                  <a:cubicBezTo>
                    <a:pt x="1598973" y="75764"/>
                    <a:pt x="1614213" y="80844"/>
                    <a:pt x="1624373" y="89734"/>
                  </a:cubicBezTo>
                  <a:cubicBezTo>
                    <a:pt x="1631993" y="96084"/>
                    <a:pt x="1638343" y="104974"/>
                    <a:pt x="1640883" y="115134"/>
                  </a:cubicBezTo>
                  <a:cubicBezTo>
                    <a:pt x="1644693" y="127834"/>
                    <a:pt x="1644693" y="148154"/>
                    <a:pt x="1639613" y="160854"/>
                  </a:cubicBezTo>
                  <a:cubicBezTo>
                    <a:pt x="1637073" y="171014"/>
                    <a:pt x="1630723" y="178634"/>
                    <a:pt x="1621833" y="184984"/>
                  </a:cubicBezTo>
                  <a:cubicBezTo>
                    <a:pt x="1611673" y="192604"/>
                    <a:pt x="1588813" y="206574"/>
                    <a:pt x="1579923" y="200224"/>
                  </a:cubicBezTo>
                  <a:cubicBezTo>
                    <a:pt x="1564683" y="190064"/>
                    <a:pt x="1562143" y="93544"/>
                    <a:pt x="1574843" y="83384"/>
                  </a:cubicBezTo>
                  <a:cubicBezTo>
                    <a:pt x="1583733" y="78304"/>
                    <a:pt x="1606593" y="91004"/>
                    <a:pt x="1616753" y="101164"/>
                  </a:cubicBezTo>
                  <a:cubicBezTo>
                    <a:pt x="1626913" y="110054"/>
                    <a:pt x="1637073" y="126564"/>
                    <a:pt x="1637073" y="141804"/>
                  </a:cubicBezTo>
                  <a:cubicBezTo>
                    <a:pt x="1638343" y="158314"/>
                    <a:pt x="1626913" y="184984"/>
                    <a:pt x="1615483" y="197684"/>
                  </a:cubicBezTo>
                  <a:cubicBezTo>
                    <a:pt x="1604053" y="207844"/>
                    <a:pt x="1579923" y="219274"/>
                    <a:pt x="1572303" y="212924"/>
                  </a:cubicBezTo>
                  <a:cubicBezTo>
                    <a:pt x="1558333" y="201494"/>
                    <a:pt x="1568493" y="98624"/>
                    <a:pt x="1583733" y="89734"/>
                  </a:cubicBezTo>
                  <a:cubicBezTo>
                    <a:pt x="1590083" y="84654"/>
                    <a:pt x="1604053" y="91004"/>
                    <a:pt x="1612943" y="97354"/>
                  </a:cubicBezTo>
                  <a:cubicBezTo>
                    <a:pt x="1624373" y="103704"/>
                    <a:pt x="1637073" y="118944"/>
                    <a:pt x="1642153" y="131644"/>
                  </a:cubicBezTo>
                  <a:cubicBezTo>
                    <a:pt x="1647233" y="145614"/>
                    <a:pt x="1645963" y="164664"/>
                    <a:pt x="1640883" y="177364"/>
                  </a:cubicBezTo>
                  <a:cubicBezTo>
                    <a:pt x="1638343" y="187524"/>
                    <a:pt x="1630723" y="195144"/>
                    <a:pt x="1623103" y="201494"/>
                  </a:cubicBezTo>
                  <a:cubicBezTo>
                    <a:pt x="1615483" y="207844"/>
                    <a:pt x="1609133" y="211654"/>
                    <a:pt x="1596433" y="215464"/>
                  </a:cubicBezTo>
                  <a:cubicBezTo>
                    <a:pt x="1567223" y="223084"/>
                    <a:pt x="1492293" y="221814"/>
                    <a:pt x="1450383" y="223084"/>
                  </a:cubicBezTo>
                  <a:cubicBezTo>
                    <a:pt x="1418633" y="224354"/>
                    <a:pt x="1393233" y="228164"/>
                    <a:pt x="1366563" y="224354"/>
                  </a:cubicBezTo>
                  <a:cubicBezTo>
                    <a:pt x="1343703" y="221814"/>
                    <a:pt x="1317033" y="215464"/>
                    <a:pt x="1300523" y="206574"/>
                  </a:cubicBezTo>
                  <a:cubicBezTo>
                    <a:pt x="1290363" y="200224"/>
                    <a:pt x="1282743" y="195144"/>
                    <a:pt x="1276393" y="184984"/>
                  </a:cubicBezTo>
                  <a:cubicBezTo>
                    <a:pt x="1268773" y="172284"/>
                    <a:pt x="1263693" y="150694"/>
                    <a:pt x="1263693" y="136724"/>
                  </a:cubicBezTo>
                  <a:cubicBezTo>
                    <a:pt x="1264963" y="125294"/>
                    <a:pt x="1268773" y="115134"/>
                    <a:pt x="1276393" y="106244"/>
                  </a:cubicBezTo>
                  <a:cubicBezTo>
                    <a:pt x="1285283" y="94814"/>
                    <a:pt x="1296713" y="85924"/>
                    <a:pt x="1315763" y="78304"/>
                  </a:cubicBezTo>
                  <a:cubicBezTo>
                    <a:pt x="1352593" y="63064"/>
                    <a:pt x="1423713" y="56714"/>
                    <a:pt x="1488483" y="50364"/>
                  </a:cubicBezTo>
                  <a:cubicBezTo>
                    <a:pt x="1571033" y="41474"/>
                    <a:pt x="1712003" y="19884"/>
                    <a:pt x="1772963" y="35124"/>
                  </a:cubicBezTo>
                  <a:cubicBezTo>
                    <a:pt x="1805983" y="44014"/>
                    <a:pt x="1828843" y="57984"/>
                    <a:pt x="1840273" y="77034"/>
                  </a:cubicBezTo>
                  <a:cubicBezTo>
                    <a:pt x="1851703" y="93544"/>
                    <a:pt x="1855513" y="120214"/>
                    <a:pt x="1850433" y="136724"/>
                  </a:cubicBezTo>
                  <a:cubicBezTo>
                    <a:pt x="1846623" y="151964"/>
                    <a:pt x="1832653" y="165934"/>
                    <a:pt x="1822493" y="173554"/>
                  </a:cubicBezTo>
                  <a:cubicBezTo>
                    <a:pt x="1812333" y="178634"/>
                    <a:pt x="1792013" y="182444"/>
                    <a:pt x="1792013" y="182444"/>
                  </a:cubicBezTo>
                  <a:cubicBezTo>
                    <a:pt x="1792013" y="181174"/>
                    <a:pt x="1839003" y="159584"/>
                    <a:pt x="1837733" y="159584"/>
                  </a:cubicBezTo>
                  <a:cubicBezTo>
                    <a:pt x="1837733" y="158314"/>
                    <a:pt x="1799633" y="183714"/>
                    <a:pt x="1781853" y="181174"/>
                  </a:cubicBezTo>
                  <a:cubicBezTo>
                    <a:pt x="1764073" y="179904"/>
                    <a:pt x="1739943" y="160854"/>
                    <a:pt x="1731053" y="146884"/>
                  </a:cubicBezTo>
                  <a:cubicBezTo>
                    <a:pt x="1723433" y="135454"/>
                    <a:pt x="1722163" y="118944"/>
                    <a:pt x="1724703" y="104974"/>
                  </a:cubicBezTo>
                  <a:cubicBezTo>
                    <a:pt x="1727243" y="92274"/>
                    <a:pt x="1733593" y="77034"/>
                    <a:pt x="1745023" y="69414"/>
                  </a:cubicBezTo>
                  <a:cubicBezTo>
                    <a:pt x="1757723" y="57984"/>
                    <a:pt x="1786933" y="50364"/>
                    <a:pt x="1803443" y="52904"/>
                  </a:cubicBezTo>
                  <a:cubicBezTo>
                    <a:pt x="1817413" y="55444"/>
                    <a:pt x="1830113" y="64334"/>
                    <a:pt x="1839003" y="74494"/>
                  </a:cubicBezTo>
                  <a:cubicBezTo>
                    <a:pt x="1847893" y="84654"/>
                    <a:pt x="1854243" y="99894"/>
                    <a:pt x="1854243" y="113864"/>
                  </a:cubicBezTo>
                  <a:cubicBezTo>
                    <a:pt x="1852973" y="130374"/>
                    <a:pt x="1842813" y="158314"/>
                    <a:pt x="1827573" y="168474"/>
                  </a:cubicBezTo>
                  <a:cubicBezTo>
                    <a:pt x="1813603" y="179904"/>
                    <a:pt x="1784393" y="183714"/>
                    <a:pt x="1767883" y="178634"/>
                  </a:cubicBezTo>
                  <a:cubicBezTo>
                    <a:pt x="1750103" y="172284"/>
                    <a:pt x="1732323" y="149424"/>
                    <a:pt x="1725973" y="134184"/>
                  </a:cubicBezTo>
                  <a:cubicBezTo>
                    <a:pt x="1720893" y="120214"/>
                    <a:pt x="1722163" y="104974"/>
                    <a:pt x="1728513" y="92274"/>
                  </a:cubicBezTo>
                  <a:cubicBezTo>
                    <a:pt x="1737403" y="75764"/>
                    <a:pt x="1767883" y="54174"/>
                    <a:pt x="1785663" y="51634"/>
                  </a:cubicBezTo>
                  <a:cubicBezTo>
                    <a:pt x="1800903" y="49094"/>
                    <a:pt x="1818683" y="56714"/>
                    <a:pt x="1830113" y="65604"/>
                  </a:cubicBezTo>
                  <a:cubicBezTo>
                    <a:pt x="1841543" y="74494"/>
                    <a:pt x="1850433" y="92274"/>
                    <a:pt x="1852973" y="106244"/>
                  </a:cubicBezTo>
                  <a:cubicBezTo>
                    <a:pt x="1855513" y="120214"/>
                    <a:pt x="1851703" y="139264"/>
                    <a:pt x="1844083" y="150694"/>
                  </a:cubicBezTo>
                  <a:cubicBezTo>
                    <a:pt x="1836463" y="163394"/>
                    <a:pt x="1818683" y="178634"/>
                    <a:pt x="1807253" y="178634"/>
                  </a:cubicBezTo>
                  <a:cubicBezTo>
                    <a:pt x="1798363" y="179904"/>
                    <a:pt x="1792013" y="167204"/>
                    <a:pt x="1779313" y="164664"/>
                  </a:cubicBezTo>
                  <a:cubicBezTo>
                    <a:pt x="1756453" y="159584"/>
                    <a:pt x="1724703" y="164664"/>
                    <a:pt x="1681523" y="168474"/>
                  </a:cubicBezTo>
                  <a:cubicBezTo>
                    <a:pt x="1597703" y="174824"/>
                    <a:pt x="1376723" y="226894"/>
                    <a:pt x="1317033" y="212924"/>
                  </a:cubicBezTo>
                  <a:cubicBezTo>
                    <a:pt x="1294173" y="206574"/>
                    <a:pt x="1285283" y="197684"/>
                    <a:pt x="1276393" y="184984"/>
                  </a:cubicBezTo>
                  <a:cubicBezTo>
                    <a:pt x="1267503" y="172284"/>
                    <a:pt x="1262423" y="151964"/>
                    <a:pt x="1263693" y="136724"/>
                  </a:cubicBezTo>
                  <a:cubicBezTo>
                    <a:pt x="1266233" y="121484"/>
                    <a:pt x="1277663" y="103704"/>
                    <a:pt x="1286553" y="93544"/>
                  </a:cubicBezTo>
                  <a:cubicBezTo>
                    <a:pt x="1295443" y="85924"/>
                    <a:pt x="1300523" y="82114"/>
                    <a:pt x="1315763" y="78304"/>
                  </a:cubicBezTo>
                  <a:cubicBezTo>
                    <a:pt x="1361483" y="68144"/>
                    <a:pt x="1546903" y="69414"/>
                    <a:pt x="1598973" y="91004"/>
                  </a:cubicBezTo>
                  <a:cubicBezTo>
                    <a:pt x="1621833" y="101164"/>
                    <a:pt x="1635803" y="117674"/>
                    <a:pt x="1642153" y="131644"/>
                  </a:cubicBezTo>
                  <a:cubicBezTo>
                    <a:pt x="1647233" y="141804"/>
                    <a:pt x="1647233" y="151964"/>
                    <a:pt x="1645963" y="162124"/>
                  </a:cubicBezTo>
                  <a:cubicBezTo>
                    <a:pt x="1642153" y="174824"/>
                    <a:pt x="1634533" y="192604"/>
                    <a:pt x="1623103" y="201494"/>
                  </a:cubicBezTo>
                  <a:cubicBezTo>
                    <a:pt x="1612943" y="211654"/>
                    <a:pt x="1590083" y="223084"/>
                    <a:pt x="1581193" y="216734"/>
                  </a:cubicBezTo>
                  <a:cubicBezTo>
                    <a:pt x="1564683" y="206574"/>
                    <a:pt x="1560873" y="94814"/>
                    <a:pt x="1574843" y="83384"/>
                  </a:cubicBezTo>
                  <a:cubicBezTo>
                    <a:pt x="1583733" y="78304"/>
                    <a:pt x="1606593" y="91004"/>
                    <a:pt x="1616753" y="101164"/>
                  </a:cubicBezTo>
                  <a:cubicBezTo>
                    <a:pt x="1626913" y="110054"/>
                    <a:pt x="1637073" y="126564"/>
                    <a:pt x="1637073" y="141804"/>
                  </a:cubicBezTo>
                  <a:cubicBezTo>
                    <a:pt x="1638343" y="158314"/>
                    <a:pt x="1626913" y="184984"/>
                    <a:pt x="1615483" y="197684"/>
                  </a:cubicBezTo>
                  <a:cubicBezTo>
                    <a:pt x="1604053" y="207844"/>
                    <a:pt x="1581193" y="219274"/>
                    <a:pt x="1572303" y="212924"/>
                  </a:cubicBezTo>
                  <a:cubicBezTo>
                    <a:pt x="1557063" y="201494"/>
                    <a:pt x="1564683" y="83384"/>
                    <a:pt x="1582463" y="71954"/>
                  </a:cubicBezTo>
                  <a:cubicBezTo>
                    <a:pt x="1591353" y="66874"/>
                    <a:pt x="1614213" y="79574"/>
                    <a:pt x="1624373" y="89734"/>
                  </a:cubicBezTo>
                  <a:cubicBezTo>
                    <a:pt x="1634533" y="98624"/>
                    <a:pt x="1643423" y="116404"/>
                    <a:pt x="1644693" y="130374"/>
                  </a:cubicBezTo>
                  <a:cubicBezTo>
                    <a:pt x="1645963" y="144344"/>
                    <a:pt x="1639613" y="163394"/>
                    <a:pt x="1633263" y="173554"/>
                  </a:cubicBezTo>
                  <a:cubicBezTo>
                    <a:pt x="1626913" y="182444"/>
                    <a:pt x="1621833" y="187524"/>
                    <a:pt x="1609133" y="193874"/>
                  </a:cubicBezTo>
                  <a:cubicBezTo>
                    <a:pt x="1577383" y="207844"/>
                    <a:pt x="1482133" y="202764"/>
                    <a:pt x="1421173" y="216734"/>
                  </a:cubicBezTo>
                  <a:cubicBezTo>
                    <a:pt x="1358943" y="230704"/>
                    <a:pt x="1305603" y="262454"/>
                    <a:pt x="1240833" y="278964"/>
                  </a:cubicBezTo>
                  <a:cubicBezTo>
                    <a:pt x="1168443" y="296744"/>
                    <a:pt x="1051603" y="328494"/>
                    <a:pt x="1008423" y="318334"/>
                  </a:cubicBezTo>
                  <a:cubicBezTo>
                    <a:pt x="989373" y="314524"/>
                    <a:pt x="979213" y="305634"/>
                    <a:pt x="970323" y="294204"/>
                  </a:cubicBezTo>
                  <a:cubicBezTo>
                    <a:pt x="962703" y="281504"/>
                    <a:pt x="957623" y="263724"/>
                    <a:pt x="958893" y="249754"/>
                  </a:cubicBezTo>
                  <a:cubicBezTo>
                    <a:pt x="960163" y="235784"/>
                    <a:pt x="969053" y="219274"/>
                    <a:pt x="979213" y="209114"/>
                  </a:cubicBezTo>
                  <a:cubicBezTo>
                    <a:pt x="990643" y="200224"/>
                    <a:pt x="999533" y="197684"/>
                    <a:pt x="1021123" y="192604"/>
                  </a:cubicBezTo>
                  <a:cubicBezTo>
                    <a:pt x="1104943" y="176094"/>
                    <a:pt x="1488483" y="171014"/>
                    <a:pt x="1621833" y="173554"/>
                  </a:cubicBezTo>
                  <a:cubicBezTo>
                    <a:pt x="1689143" y="174824"/>
                    <a:pt x="1741213" y="168474"/>
                    <a:pt x="1771693" y="182444"/>
                  </a:cubicBezTo>
                  <a:cubicBezTo>
                    <a:pt x="1789473" y="190064"/>
                    <a:pt x="1799633" y="204034"/>
                    <a:pt x="1807253" y="216734"/>
                  </a:cubicBezTo>
                  <a:cubicBezTo>
                    <a:pt x="1812333" y="226894"/>
                    <a:pt x="1814873" y="237054"/>
                    <a:pt x="1812333" y="248484"/>
                  </a:cubicBezTo>
                  <a:cubicBezTo>
                    <a:pt x="1809793" y="266264"/>
                    <a:pt x="1799633" y="294204"/>
                    <a:pt x="1776773" y="310714"/>
                  </a:cubicBezTo>
                  <a:cubicBezTo>
                    <a:pt x="1737403" y="339924"/>
                    <a:pt x="1605323" y="366594"/>
                    <a:pt x="1563413" y="361514"/>
                  </a:cubicBezTo>
                  <a:cubicBezTo>
                    <a:pt x="1543093" y="358974"/>
                    <a:pt x="1532933" y="351354"/>
                    <a:pt x="1522773" y="341194"/>
                  </a:cubicBezTo>
                  <a:cubicBezTo>
                    <a:pt x="1513883" y="329764"/>
                    <a:pt x="1507533" y="311984"/>
                    <a:pt x="1507533" y="298014"/>
                  </a:cubicBezTo>
                  <a:cubicBezTo>
                    <a:pt x="1507533" y="284044"/>
                    <a:pt x="1513883" y="267534"/>
                    <a:pt x="1524043" y="256104"/>
                  </a:cubicBezTo>
                  <a:cubicBezTo>
                    <a:pt x="1532933" y="245944"/>
                    <a:pt x="1549443" y="237054"/>
                    <a:pt x="1563413" y="235784"/>
                  </a:cubicBezTo>
                  <a:cubicBezTo>
                    <a:pt x="1576113" y="234514"/>
                    <a:pt x="1585003" y="243404"/>
                    <a:pt x="1601513" y="244674"/>
                  </a:cubicBezTo>
                  <a:cubicBezTo>
                    <a:pt x="1628183" y="245944"/>
                    <a:pt x="1663743" y="238324"/>
                    <a:pt x="1709463" y="229434"/>
                  </a:cubicBezTo>
                  <a:cubicBezTo>
                    <a:pt x="1795823" y="212924"/>
                    <a:pt x="2015533" y="140534"/>
                    <a:pt x="2076493" y="143074"/>
                  </a:cubicBezTo>
                  <a:cubicBezTo>
                    <a:pt x="2098083" y="144344"/>
                    <a:pt x="2108243" y="149424"/>
                    <a:pt x="2118403" y="157044"/>
                  </a:cubicBezTo>
                  <a:cubicBezTo>
                    <a:pt x="2127293" y="163394"/>
                    <a:pt x="2132373" y="171014"/>
                    <a:pt x="2136183" y="181174"/>
                  </a:cubicBezTo>
                  <a:cubicBezTo>
                    <a:pt x="2139993" y="192604"/>
                    <a:pt x="2141263" y="212924"/>
                    <a:pt x="2137453" y="224354"/>
                  </a:cubicBezTo>
                  <a:cubicBezTo>
                    <a:pt x="2134913" y="234514"/>
                    <a:pt x="2129833" y="242134"/>
                    <a:pt x="2122213" y="249754"/>
                  </a:cubicBezTo>
                  <a:cubicBezTo>
                    <a:pt x="2113323" y="258644"/>
                    <a:pt x="2103163" y="266264"/>
                    <a:pt x="2082843" y="273884"/>
                  </a:cubicBezTo>
                  <a:cubicBezTo>
                    <a:pt x="2037123" y="292934"/>
                    <a:pt x="1920283" y="308174"/>
                    <a:pt x="1841543" y="331034"/>
                  </a:cubicBezTo>
                  <a:cubicBezTo>
                    <a:pt x="1762803" y="353894"/>
                    <a:pt x="1691683" y="386914"/>
                    <a:pt x="1609133" y="412314"/>
                  </a:cubicBezTo>
                  <a:cubicBezTo>
                    <a:pt x="1520233" y="440254"/>
                    <a:pt x="1418633" y="459304"/>
                    <a:pt x="1324653" y="489784"/>
                  </a:cubicBezTo>
                  <a:cubicBezTo>
                    <a:pt x="1229403" y="520264"/>
                    <a:pt x="1130343" y="569794"/>
                    <a:pt x="1040173" y="595194"/>
                  </a:cubicBezTo>
                  <a:cubicBezTo>
                    <a:pt x="962703" y="618054"/>
                    <a:pt x="861103" y="654884"/>
                    <a:pt x="816653" y="643454"/>
                  </a:cubicBezTo>
                  <a:cubicBezTo>
                    <a:pt x="795063" y="638374"/>
                    <a:pt x="781093" y="621864"/>
                    <a:pt x="774743" y="607894"/>
                  </a:cubicBezTo>
                  <a:cubicBezTo>
                    <a:pt x="769663" y="595194"/>
                    <a:pt x="769663" y="577414"/>
                    <a:pt x="774743" y="564714"/>
                  </a:cubicBezTo>
                  <a:cubicBezTo>
                    <a:pt x="778553" y="552014"/>
                    <a:pt x="789983" y="541854"/>
                    <a:pt x="801413" y="532964"/>
                  </a:cubicBezTo>
                  <a:cubicBezTo>
                    <a:pt x="815383" y="522804"/>
                    <a:pt x="825543" y="520264"/>
                    <a:pt x="849673" y="511374"/>
                  </a:cubicBezTo>
                  <a:cubicBezTo>
                    <a:pt x="925873" y="482164"/>
                    <a:pt x="1134153" y="419934"/>
                    <a:pt x="1314493" y="366594"/>
                  </a:cubicBezTo>
                  <a:cubicBezTo>
                    <a:pt x="1565953" y="292934"/>
                    <a:pt x="2025693" y="190064"/>
                    <a:pt x="2221273" y="117674"/>
                  </a:cubicBezTo>
                  <a:cubicBezTo>
                    <a:pt x="2320333" y="80844"/>
                    <a:pt x="2392723" y="18614"/>
                    <a:pt x="2437173" y="16074"/>
                  </a:cubicBezTo>
                  <a:cubicBezTo>
                    <a:pt x="2454953" y="14804"/>
                    <a:pt x="2467653" y="21154"/>
                    <a:pt x="2477813" y="30044"/>
                  </a:cubicBezTo>
                  <a:cubicBezTo>
                    <a:pt x="2487973" y="37664"/>
                    <a:pt x="2496863" y="54174"/>
                    <a:pt x="2498133" y="66874"/>
                  </a:cubicBezTo>
                  <a:cubicBezTo>
                    <a:pt x="2500673" y="79574"/>
                    <a:pt x="2496863" y="97354"/>
                    <a:pt x="2489243" y="108784"/>
                  </a:cubicBezTo>
                  <a:cubicBezTo>
                    <a:pt x="2481623" y="120214"/>
                    <a:pt x="2472733" y="125294"/>
                    <a:pt x="2454953" y="134184"/>
                  </a:cubicBezTo>
                  <a:cubicBezTo>
                    <a:pt x="2405423" y="158314"/>
                    <a:pt x="2286043" y="186254"/>
                    <a:pt x="2155233" y="221814"/>
                  </a:cubicBezTo>
                  <a:cubicBezTo>
                    <a:pt x="1910123" y="286584"/>
                    <a:pt x="1334813" y="408504"/>
                    <a:pt x="1094783" y="479624"/>
                  </a:cubicBezTo>
                  <a:cubicBezTo>
                    <a:pt x="967783" y="517724"/>
                    <a:pt x="861103" y="581224"/>
                    <a:pt x="807763" y="582494"/>
                  </a:cubicBezTo>
                  <a:cubicBezTo>
                    <a:pt x="788713" y="582494"/>
                    <a:pt x="777283" y="576144"/>
                    <a:pt x="767123" y="568524"/>
                  </a:cubicBezTo>
                  <a:cubicBezTo>
                    <a:pt x="759503" y="563444"/>
                    <a:pt x="753153" y="555824"/>
                    <a:pt x="749343" y="545664"/>
                  </a:cubicBezTo>
                  <a:cubicBezTo>
                    <a:pt x="745533" y="534234"/>
                    <a:pt x="742993" y="515184"/>
                    <a:pt x="748073" y="502484"/>
                  </a:cubicBezTo>
                  <a:cubicBezTo>
                    <a:pt x="751883" y="489784"/>
                    <a:pt x="764583" y="475814"/>
                    <a:pt x="774743" y="469464"/>
                  </a:cubicBezTo>
                  <a:cubicBezTo>
                    <a:pt x="782363" y="464384"/>
                    <a:pt x="787443" y="463114"/>
                    <a:pt x="802683" y="460574"/>
                  </a:cubicBezTo>
                  <a:cubicBezTo>
                    <a:pt x="861103" y="451684"/>
                    <a:pt x="1068113" y="459304"/>
                    <a:pt x="1245913" y="450414"/>
                  </a:cubicBezTo>
                  <a:cubicBezTo>
                    <a:pt x="1513883" y="436444"/>
                    <a:pt x="1983783" y="400884"/>
                    <a:pt x="2253023" y="371674"/>
                  </a:cubicBezTo>
                  <a:cubicBezTo>
                    <a:pt x="2434633" y="352624"/>
                    <a:pt x="2590843" y="315794"/>
                    <a:pt x="2705143" y="308174"/>
                  </a:cubicBezTo>
                  <a:cubicBezTo>
                    <a:pt x="2774993" y="304364"/>
                    <a:pt x="2843573" y="296744"/>
                    <a:pt x="2875323" y="311984"/>
                  </a:cubicBezTo>
                  <a:cubicBezTo>
                    <a:pt x="2891833" y="318334"/>
                    <a:pt x="2900723" y="331034"/>
                    <a:pt x="2905803" y="343734"/>
                  </a:cubicBezTo>
                  <a:cubicBezTo>
                    <a:pt x="2910883" y="356434"/>
                    <a:pt x="2910883" y="375484"/>
                    <a:pt x="2907073" y="388184"/>
                  </a:cubicBezTo>
                  <a:cubicBezTo>
                    <a:pt x="2904533" y="397074"/>
                    <a:pt x="2899453" y="403424"/>
                    <a:pt x="2890563" y="412314"/>
                  </a:cubicBezTo>
                  <a:cubicBezTo>
                    <a:pt x="2874053" y="428824"/>
                    <a:pt x="2844843" y="446604"/>
                    <a:pt x="2804203" y="464384"/>
                  </a:cubicBezTo>
                  <a:cubicBezTo>
                    <a:pt x="2724193" y="499944"/>
                    <a:pt x="2561633" y="531694"/>
                    <a:pt x="2433363" y="574874"/>
                  </a:cubicBezTo>
                  <a:cubicBezTo>
                    <a:pt x="2289853" y="621864"/>
                    <a:pt x="1981243" y="714574"/>
                    <a:pt x="1986323" y="739974"/>
                  </a:cubicBezTo>
                  <a:cubicBezTo>
                    <a:pt x="1990133" y="762834"/>
                    <a:pt x="2226353" y="738704"/>
                    <a:pt x="2338113" y="742514"/>
                  </a:cubicBezTo>
                  <a:cubicBezTo>
                    <a:pt x="2440983" y="745054"/>
                    <a:pt x="2565443" y="734894"/>
                    <a:pt x="2631483" y="761564"/>
                  </a:cubicBezTo>
                  <a:cubicBezTo>
                    <a:pt x="2673393" y="778074"/>
                    <a:pt x="2714033" y="804744"/>
                    <a:pt x="2720383" y="832684"/>
                  </a:cubicBezTo>
                  <a:cubicBezTo>
                    <a:pt x="2726733" y="861894"/>
                    <a:pt x="2696253" y="906344"/>
                    <a:pt x="2670853" y="933014"/>
                  </a:cubicBezTo>
                  <a:cubicBezTo>
                    <a:pt x="2644183" y="962224"/>
                    <a:pt x="2614973" y="973654"/>
                    <a:pt x="2556553" y="996514"/>
                  </a:cubicBezTo>
                  <a:cubicBezTo>
                    <a:pt x="2391453" y="1060014"/>
                    <a:pt x="1837733" y="1161614"/>
                    <a:pt x="1583733" y="1232734"/>
                  </a:cubicBezTo>
                  <a:cubicBezTo>
                    <a:pt x="1419903" y="1278454"/>
                    <a:pt x="1295443" y="1315284"/>
                    <a:pt x="1179873" y="1361004"/>
                  </a:cubicBezTo>
                  <a:cubicBezTo>
                    <a:pt x="1088433" y="1397834"/>
                    <a:pt x="989373" y="1472764"/>
                    <a:pt x="942383" y="1476574"/>
                  </a:cubicBezTo>
                  <a:cubicBezTo>
                    <a:pt x="923333" y="1477844"/>
                    <a:pt x="911903" y="1474034"/>
                    <a:pt x="900473" y="1465144"/>
                  </a:cubicBezTo>
                  <a:cubicBezTo>
                    <a:pt x="889043" y="1454984"/>
                    <a:pt x="877613" y="1428314"/>
                    <a:pt x="876343" y="1414344"/>
                  </a:cubicBezTo>
                  <a:cubicBezTo>
                    <a:pt x="875073" y="1404184"/>
                    <a:pt x="878883" y="1394024"/>
                    <a:pt x="883963" y="1386404"/>
                  </a:cubicBezTo>
                  <a:cubicBezTo>
                    <a:pt x="891583" y="1376244"/>
                    <a:pt x="896663" y="1367354"/>
                    <a:pt x="916983" y="1358464"/>
                  </a:cubicBezTo>
                  <a:cubicBezTo>
                    <a:pt x="1000803" y="1324174"/>
                    <a:pt x="1441493" y="1326714"/>
                    <a:pt x="1642153" y="1288614"/>
                  </a:cubicBezTo>
                  <a:cubicBezTo>
                    <a:pt x="1788203" y="1260674"/>
                    <a:pt x="1888533" y="1208604"/>
                    <a:pt x="2014263" y="1183204"/>
                  </a:cubicBezTo>
                  <a:cubicBezTo>
                    <a:pt x="2136183" y="1157804"/>
                    <a:pt x="2316523" y="1123514"/>
                    <a:pt x="2381293" y="1134944"/>
                  </a:cubicBezTo>
                  <a:cubicBezTo>
                    <a:pt x="2406693" y="1140024"/>
                    <a:pt x="2421933" y="1147644"/>
                    <a:pt x="2430823" y="1161614"/>
                  </a:cubicBezTo>
                  <a:cubicBezTo>
                    <a:pt x="2440983" y="1174314"/>
                    <a:pt x="2442253" y="1200984"/>
                    <a:pt x="2438443" y="1216224"/>
                  </a:cubicBezTo>
                  <a:cubicBezTo>
                    <a:pt x="2433363" y="1230194"/>
                    <a:pt x="2423203" y="1237814"/>
                    <a:pt x="2409233" y="1247974"/>
                  </a:cubicBezTo>
                  <a:cubicBezTo>
                    <a:pt x="2386373" y="1265754"/>
                    <a:pt x="2355893" y="1278454"/>
                    <a:pt x="2301283" y="1297504"/>
                  </a:cubicBezTo>
                  <a:cubicBezTo>
                    <a:pt x="2145073" y="1350844"/>
                    <a:pt x="1468163" y="1533724"/>
                    <a:pt x="1371643" y="1510864"/>
                  </a:cubicBezTo>
                  <a:cubicBezTo>
                    <a:pt x="1351323" y="1505784"/>
                    <a:pt x="1344973" y="1495624"/>
                    <a:pt x="1338623" y="1484194"/>
                  </a:cubicBezTo>
                  <a:cubicBezTo>
                    <a:pt x="1332273" y="1472764"/>
                    <a:pt x="1329733" y="1454984"/>
                    <a:pt x="1332273" y="1442284"/>
                  </a:cubicBezTo>
                  <a:cubicBezTo>
                    <a:pt x="1334813" y="1429584"/>
                    <a:pt x="1343703" y="1415614"/>
                    <a:pt x="1355133" y="1406724"/>
                  </a:cubicBezTo>
                  <a:cubicBezTo>
                    <a:pt x="1369103" y="1395294"/>
                    <a:pt x="1380533" y="1394024"/>
                    <a:pt x="1413553" y="1386404"/>
                  </a:cubicBezTo>
                  <a:cubicBezTo>
                    <a:pt x="1568493" y="1347034"/>
                    <a:pt x="2655613" y="1169234"/>
                    <a:pt x="2768643" y="1165424"/>
                  </a:cubicBezTo>
                  <a:cubicBezTo>
                    <a:pt x="2785153" y="1165424"/>
                    <a:pt x="2787693" y="1164154"/>
                    <a:pt x="2796583" y="1167964"/>
                  </a:cubicBezTo>
                  <a:cubicBezTo>
                    <a:pt x="2808013" y="1173044"/>
                    <a:pt x="2823253" y="1184474"/>
                    <a:pt x="2829603" y="1195904"/>
                  </a:cubicBezTo>
                  <a:cubicBezTo>
                    <a:pt x="2835953" y="1207334"/>
                    <a:pt x="2837223" y="1225114"/>
                    <a:pt x="2835953" y="1236544"/>
                  </a:cubicBezTo>
                  <a:cubicBezTo>
                    <a:pt x="2833413" y="1246704"/>
                    <a:pt x="2829603" y="1255594"/>
                    <a:pt x="2823253" y="1261944"/>
                  </a:cubicBezTo>
                  <a:cubicBezTo>
                    <a:pt x="2814363" y="1270834"/>
                    <a:pt x="2802933" y="1275914"/>
                    <a:pt x="2786423" y="1282264"/>
                  </a:cubicBezTo>
                  <a:cubicBezTo>
                    <a:pt x="2753403" y="1294964"/>
                    <a:pt x="2691173" y="1303854"/>
                    <a:pt x="2630213" y="1315284"/>
                  </a:cubicBezTo>
                  <a:cubicBezTo>
                    <a:pt x="2542583" y="1330524"/>
                    <a:pt x="2432093" y="1348304"/>
                    <a:pt x="2315253" y="1363544"/>
                  </a:cubicBezTo>
                  <a:cubicBezTo>
                    <a:pt x="2169203" y="1381324"/>
                    <a:pt x="1901233" y="1425774"/>
                    <a:pt x="1821223" y="1414344"/>
                  </a:cubicBezTo>
                  <a:cubicBezTo>
                    <a:pt x="1794553" y="1410534"/>
                    <a:pt x="1780583" y="1404184"/>
                    <a:pt x="1769153" y="1391484"/>
                  </a:cubicBezTo>
                  <a:cubicBezTo>
                    <a:pt x="1760263" y="1381324"/>
                    <a:pt x="1756453" y="1363544"/>
                    <a:pt x="1756453" y="1350844"/>
                  </a:cubicBezTo>
                  <a:cubicBezTo>
                    <a:pt x="1755183" y="1340684"/>
                    <a:pt x="1757723" y="1331794"/>
                    <a:pt x="1764073" y="1322904"/>
                  </a:cubicBezTo>
                  <a:cubicBezTo>
                    <a:pt x="1771693" y="1310204"/>
                    <a:pt x="1786933" y="1297504"/>
                    <a:pt x="1804713" y="1287344"/>
                  </a:cubicBezTo>
                  <a:cubicBezTo>
                    <a:pt x="1828843" y="1274644"/>
                    <a:pt x="1854243" y="1269564"/>
                    <a:pt x="1894883" y="1259404"/>
                  </a:cubicBezTo>
                  <a:cubicBezTo>
                    <a:pt x="1974893" y="1240354"/>
                    <a:pt x="2157773" y="1207334"/>
                    <a:pt x="2251753" y="1195904"/>
                  </a:cubicBezTo>
                  <a:cubicBezTo>
                    <a:pt x="2311443" y="1188284"/>
                    <a:pt x="2368593" y="1179394"/>
                    <a:pt x="2401613" y="1185744"/>
                  </a:cubicBezTo>
                  <a:cubicBezTo>
                    <a:pt x="2418123" y="1188284"/>
                    <a:pt x="2430823" y="1194634"/>
                    <a:pt x="2438443" y="1202254"/>
                  </a:cubicBezTo>
                  <a:cubicBezTo>
                    <a:pt x="2446063" y="1209874"/>
                    <a:pt x="2451143" y="1217494"/>
                    <a:pt x="2453683" y="1226384"/>
                  </a:cubicBezTo>
                  <a:cubicBezTo>
                    <a:pt x="2456223" y="1237814"/>
                    <a:pt x="2456223" y="1256864"/>
                    <a:pt x="2451143" y="1268294"/>
                  </a:cubicBezTo>
                  <a:cubicBezTo>
                    <a:pt x="2444793" y="1279724"/>
                    <a:pt x="2439713" y="1287344"/>
                    <a:pt x="2420663" y="1297504"/>
                  </a:cubicBezTo>
                  <a:cubicBezTo>
                    <a:pt x="2353353" y="1333064"/>
                    <a:pt x="2082843" y="1359734"/>
                    <a:pt x="1872023" y="1402914"/>
                  </a:cubicBezTo>
                  <a:cubicBezTo>
                    <a:pt x="1586273" y="1462604"/>
                    <a:pt x="1148123" y="1559124"/>
                    <a:pt x="862373" y="1627704"/>
                  </a:cubicBezTo>
                  <a:cubicBezTo>
                    <a:pt x="649013" y="1678504"/>
                    <a:pt x="449623" y="1720414"/>
                    <a:pt x="304843" y="1772484"/>
                  </a:cubicBezTo>
                  <a:cubicBezTo>
                    <a:pt x="208323" y="1806774"/>
                    <a:pt x="113073" y="1874084"/>
                    <a:pt x="71163" y="1881704"/>
                  </a:cubicBezTo>
                  <a:cubicBezTo>
                    <a:pt x="58463" y="1885514"/>
                    <a:pt x="52113" y="1884244"/>
                    <a:pt x="43223" y="1880434"/>
                  </a:cubicBezTo>
                  <a:cubicBezTo>
                    <a:pt x="31793" y="1876624"/>
                    <a:pt x="16553" y="1866464"/>
                    <a:pt x="8933" y="1855034"/>
                  </a:cubicBezTo>
                  <a:cubicBezTo>
                    <a:pt x="2583" y="1843604"/>
                    <a:pt x="43" y="1825824"/>
                    <a:pt x="1313" y="1813124"/>
                  </a:cubicBezTo>
                  <a:cubicBezTo>
                    <a:pt x="2583" y="1804234"/>
                    <a:pt x="6393" y="1795344"/>
                    <a:pt x="12743" y="1787724"/>
                  </a:cubicBezTo>
                  <a:cubicBezTo>
                    <a:pt x="20363" y="1777564"/>
                    <a:pt x="31793" y="1771214"/>
                    <a:pt x="48303" y="1764864"/>
                  </a:cubicBezTo>
                  <a:cubicBezTo>
                    <a:pt x="81323" y="1752164"/>
                    <a:pt x="143553" y="1755974"/>
                    <a:pt x="205783" y="1740734"/>
                  </a:cubicBezTo>
                  <a:cubicBezTo>
                    <a:pt x="301033" y="1717874"/>
                    <a:pt x="419143" y="1665804"/>
                    <a:pt x="562653" y="1621354"/>
                  </a:cubicBezTo>
                  <a:cubicBezTo>
                    <a:pt x="777283" y="1555314"/>
                    <a:pt x="1093513" y="1465144"/>
                    <a:pt x="1372913" y="1395294"/>
                  </a:cubicBezTo>
                  <a:cubicBezTo>
                    <a:pt x="1670093" y="1320364"/>
                    <a:pt x="2019343" y="1242894"/>
                    <a:pt x="2297473" y="1189554"/>
                  </a:cubicBezTo>
                  <a:cubicBezTo>
                    <a:pt x="2526073" y="1146374"/>
                    <a:pt x="2706413" y="1113354"/>
                    <a:pt x="2922313" y="1090494"/>
                  </a:cubicBezTo>
                  <a:cubicBezTo>
                    <a:pt x="3153453" y="1065094"/>
                    <a:pt x="3444283" y="1066364"/>
                    <a:pt x="3642403" y="1047314"/>
                  </a:cubicBezTo>
                  <a:cubicBezTo>
                    <a:pt x="3780833" y="1034614"/>
                    <a:pt x="3910373" y="997784"/>
                    <a:pt x="3996733" y="1001594"/>
                  </a:cubicBezTo>
                  <a:cubicBezTo>
                    <a:pt x="4047533" y="1002864"/>
                    <a:pt x="4094523" y="1011754"/>
                    <a:pt x="4117383" y="1026994"/>
                  </a:cubicBezTo>
                  <a:cubicBezTo>
                    <a:pt x="4131353" y="1037154"/>
                    <a:pt x="4138973" y="1049854"/>
                    <a:pt x="4142783" y="1063824"/>
                  </a:cubicBezTo>
                  <a:cubicBezTo>
                    <a:pt x="4145323" y="1076524"/>
                    <a:pt x="4144053" y="1094304"/>
                    <a:pt x="4137703" y="1107004"/>
                  </a:cubicBezTo>
                  <a:cubicBezTo>
                    <a:pt x="4131353" y="1118434"/>
                    <a:pt x="4119923" y="1127324"/>
                    <a:pt x="4104683" y="1136214"/>
                  </a:cubicBezTo>
                  <a:cubicBezTo>
                    <a:pt x="4078013" y="1148914"/>
                    <a:pt x="4033563" y="1153994"/>
                    <a:pt x="3987843" y="1161614"/>
                  </a:cubicBezTo>
                  <a:cubicBezTo>
                    <a:pt x="3920533" y="1173044"/>
                    <a:pt x="3860843" y="1179394"/>
                    <a:pt x="3742733" y="1190824"/>
                  </a:cubicBezTo>
                  <a:cubicBezTo>
                    <a:pt x="3434123" y="1223844"/>
                    <a:pt x="2429553" y="1312744"/>
                    <a:pt x="2057443" y="1333064"/>
                  </a:cubicBezTo>
                  <a:cubicBezTo>
                    <a:pt x="1873293" y="1341954"/>
                    <a:pt x="1725973" y="1350844"/>
                    <a:pt x="1644693" y="1340684"/>
                  </a:cubicBezTo>
                  <a:cubicBezTo>
                    <a:pt x="1609133" y="1336874"/>
                    <a:pt x="1587543" y="1336874"/>
                    <a:pt x="1571033" y="1320364"/>
                  </a:cubicBezTo>
                  <a:cubicBezTo>
                    <a:pt x="1550713" y="1301314"/>
                    <a:pt x="1527853" y="1247974"/>
                    <a:pt x="1538013" y="1226384"/>
                  </a:cubicBezTo>
                  <a:cubicBezTo>
                    <a:pt x="1548173" y="1203524"/>
                    <a:pt x="1610403" y="1176854"/>
                    <a:pt x="1633263" y="1187014"/>
                  </a:cubicBezTo>
                  <a:cubicBezTo>
                    <a:pt x="1658663" y="1198444"/>
                    <a:pt x="1685333" y="1272104"/>
                    <a:pt x="1677713" y="1300044"/>
                  </a:cubicBezTo>
                  <a:cubicBezTo>
                    <a:pt x="1671363" y="1324174"/>
                    <a:pt x="1633263" y="1344494"/>
                    <a:pt x="1615483" y="1353384"/>
                  </a:cubicBezTo>
                  <a:cubicBezTo>
                    <a:pt x="1604053" y="1358464"/>
                    <a:pt x="1595163" y="1359734"/>
                    <a:pt x="1585003" y="1358464"/>
                  </a:cubicBezTo>
                  <a:cubicBezTo>
                    <a:pt x="1571033" y="1357194"/>
                    <a:pt x="1551983" y="1348304"/>
                    <a:pt x="1543093" y="1339414"/>
                  </a:cubicBezTo>
                  <a:cubicBezTo>
                    <a:pt x="1534203" y="1331794"/>
                    <a:pt x="1529123" y="1322904"/>
                    <a:pt x="1526583" y="1312744"/>
                  </a:cubicBezTo>
                  <a:cubicBezTo>
                    <a:pt x="1524043" y="1300044"/>
                    <a:pt x="1525313" y="1278454"/>
                    <a:pt x="1530393" y="1265754"/>
                  </a:cubicBezTo>
                  <a:cubicBezTo>
                    <a:pt x="1534203" y="1255594"/>
                    <a:pt x="1539283" y="1250514"/>
                    <a:pt x="1549443" y="1241624"/>
                  </a:cubicBezTo>
                  <a:cubicBezTo>
                    <a:pt x="1567223" y="1227654"/>
                    <a:pt x="1602783" y="1208604"/>
                    <a:pt x="1633263" y="1195904"/>
                  </a:cubicBezTo>
                  <a:cubicBezTo>
                    <a:pt x="1670093" y="1181934"/>
                    <a:pt x="1713273" y="1183204"/>
                    <a:pt x="1757723" y="1166694"/>
                  </a:cubicBezTo>
                  <a:cubicBezTo>
                    <a:pt x="1813603" y="1147644"/>
                    <a:pt x="1905043" y="1082874"/>
                    <a:pt x="1939333" y="1079064"/>
                  </a:cubicBezTo>
                  <a:cubicBezTo>
                    <a:pt x="1953303" y="1077794"/>
                    <a:pt x="1959653" y="1081604"/>
                    <a:pt x="1968543" y="1086684"/>
                  </a:cubicBezTo>
                  <a:cubicBezTo>
                    <a:pt x="1978703" y="1093034"/>
                    <a:pt x="1992673" y="1108274"/>
                    <a:pt x="1997753" y="1119704"/>
                  </a:cubicBezTo>
                  <a:cubicBezTo>
                    <a:pt x="2001563" y="1128594"/>
                    <a:pt x="2002833" y="1138754"/>
                    <a:pt x="2000293" y="1148914"/>
                  </a:cubicBezTo>
                  <a:cubicBezTo>
                    <a:pt x="1997753" y="1160344"/>
                    <a:pt x="1990133" y="1178124"/>
                    <a:pt x="1979973" y="1187014"/>
                  </a:cubicBezTo>
                  <a:cubicBezTo>
                    <a:pt x="1969813" y="1195904"/>
                    <a:pt x="1960923" y="1198444"/>
                    <a:pt x="1939333" y="1202254"/>
                  </a:cubicBezTo>
                  <a:cubicBezTo>
                    <a:pt x="1856783" y="1216224"/>
                    <a:pt x="1473243" y="1204794"/>
                    <a:pt x="1334813" y="1190824"/>
                  </a:cubicBezTo>
                  <a:cubicBezTo>
                    <a:pt x="1261153" y="1183204"/>
                    <a:pt x="1200193" y="1185744"/>
                    <a:pt x="1168443" y="1159074"/>
                  </a:cubicBezTo>
                  <a:cubicBezTo>
                    <a:pt x="1144313" y="1140024"/>
                    <a:pt x="1130343" y="1104464"/>
                    <a:pt x="1134153" y="1075254"/>
                  </a:cubicBezTo>
                  <a:cubicBezTo>
                    <a:pt x="1139233" y="1038424"/>
                    <a:pt x="1186223" y="997784"/>
                    <a:pt x="1224323" y="957144"/>
                  </a:cubicBezTo>
                  <a:cubicBezTo>
                    <a:pt x="1273853" y="903804"/>
                    <a:pt x="1339893" y="845384"/>
                    <a:pt x="1416093" y="788234"/>
                  </a:cubicBezTo>
                  <a:cubicBezTo>
                    <a:pt x="1515153" y="714574"/>
                    <a:pt x="1624373" y="642184"/>
                    <a:pt x="1775503" y="562174"/>
                  </a:cubicBezTo>
                  <a:cubicBezTo>
                    <a:pt x="2007913" y="438984"/>
                    <a:pt x="2458763" y="234514"/>
                    <a:pt x="2693713" y="157044"/>
                  </a:cubicBezTo>
                  <a:cubicBezTo>
                    <a:pt x="2832143" y="111324"/>
                    <a:pt x="2978193" y="65604"/>
                    <a:pt x="3035343" y="80844"/>
                  </a:cubicBezTo>
                  <a:cubicBezTo>
                    <a:pt x="3056933" y="87194"/>
                    <a:pt x="3069633" y="102434"/>
                    <a:pt x="3075983" y="117674"/>
                  </a:cubicBezTo>
                  <a:cubicBezTo>
                    <a:pt x="3081063" y="134184"/>
                    <a:pt x="3081063" y="154504"/>
                    <a:pt x="3068363" y="173554"/>
                  </a:cubicBezTo>
                  <a:cubicBezTo>
                    <a:pt x="3040423" y="211654"/>
                    <a:pt x="2947713" y="249754"/>
                    <a:pt x="2851193" y="290394"/>
                  </a:cubicBezTo>
                  <a:cubicBezTo>
                    <a:pt x="2681013" y="364054"/>
                    <a:pt x="2377483" y="441524"/>
                    <a:pt x="2114593" y="531694"/>
                  </a:cubicBezTo>
                  <a:cubicBezTo>
                    <a:pt x="1811063" y="635834"/>
                    <a:pt x="1322113" y="823794"/>
                    <a:pt x="1135423" y="886024"/>
                  </a:cubicBezTo>
                  <a:cubicBezTo>
                    <a:pt x="1061763" y="911424"/>
                    <a:pt x="1016043" y="933014"/>
                    <a:pt x="980483" y="934284"/>
                  </a:cubicBezTo>
                  <a:cubicBezTo>
                    <a:pt x="962703" y="934284"/>
                    <a:pt x="950003" y="931744"/>
                    <a:pt x="939843" y="924124"/>
                  </a:cubicBezTo>
                  <a:cubicBezTo>
                    <a:pt x="928413" y="916504"/>
                    <a:pt x="918253" y="901264"/>
                    <a:pt x="915713" y="888564"/>
                  </a:cubicBezTo>
                  <a:cubicBezTo>
                    <a:pt x="911903" y="875864"/>
                    <a:pt x="911903" y="859354"/>
                    <a:pt x="920793" y="845384"/>
                  </a:cubicBezTo>
                  <a:cubicBezTo>
                    <a:pt x="936033" y="822524"/>
                    <a:pt x="976673" y="800934"/>
                    <a:pt x="1032553" y="783154"/>
                  </a:cubicBezTo>
                  <a:cubicBezTo>
                    <a:pt x="1163363" y="738704"/>
                    <a:pt x="1496103" y="729814"/>
                    <a:pt x="1739943" y="691714"/>
                  </a:cubicBezTo>
                  <a:cubicBezTo>
                    <a:pt x="2004103" y="649804"/>
                    <a:pt x="2261913" y="588844"/>
                    <a:pt x="2560363" y="540584"/>
                  </a:cubicBezTo>
                  <a:cubicBezTo>
                    <a:pt x="2918503" y="482164"/>
                    <a:pt x="3610653" y="351354"/>
                    <a:pt x="3745273" y="370404"/>
                  </a:cubicBezTo>
                  <a:cubicBezTo>
                    <a:pt x="3774483" y="374214"/>
                    <a:pt x="3787183" y="379294"/>
                    <a:pt x="3797343" y="393264"/>
                  </a:cubicBezTo>
                  <a:cubicBezTo>
                    <a:pt x="3807503" y="405964"/>
                    <a:pt x="3811313" y="432634"/>
                    <a:pt x="3807503" y="447874"/>
                  </a:cubicBezTo>
                  <a:cubicBezTo>
                    <a:pt x="3803693" y="461844"/>
                    <a:pt x="3794803" y="473274"/>
                    <a:pt x="3780833" y="482164"/>
                  </a:cubicBezTo>
                  <a:cubicBezTo>
                    <a:pt x="3760513" y="496134"/>
                    <a:pt x="3733843" y="498674"/>
                    <a:pt x="3688123" y="506294"/>
                  </a:cubicBezTo>
                  <a:cubicBezTo>
                    <a:pt x="3575093" y="524074"/>
                    <a:pt x="3286803" y="531694"/>
                    <a:pt x="3079793" y="550744"/>
                  </a:cubicBezTo>
                  <a:cubicBezTo>
                    <a:pt x="2865163" y="569794"/>
                    <a:pt x="2626403" y="612974"/>
                    <a:pt x="2421933" y="623134"/>
                  </a:cubicBezTo>
                  <a:cubicBezTo>
                    <a:pt x="2244133" y="632024"/>
                    <a:pt x="1983783" y="629484"/>
                    <a:pt x="1921553" y="616784"/>
                  </a:cubicBezTo>
                  <a:cubicBezTo>
                    <a:pt x="1906313" y="614244"/>
                    <a:pt x="1902503" y="612974"/>
                    <a:pt x="1893613" y="606624"/>
                  </a:cubicBezTo>
                  <a:cubicBezTo>
                    <a:pt x="1884723" y="599004"/>
                    <a:pt x="1873293" y="582494"/>
                    <a:pt x="1869483" y="569794"/>
                  </a:cubicBezTo>
                  <a:cubicBezTo>
                    <a:pt x="1866943" y="560904"/>
                    <a:pt x="1865673" y="552014"/>
                    <a:pt x="1870753" y="540584"/>
                  </a:cubicBezTo>
                  <a:cubicBezTo>
                    <a:pt x="1878373" y="521534"/>
                    <a:pt x="1897423" y="496134"/>
                    <a:pt x="1934253" y="473274"/>
                  </a:cubicBezTo>
                  <a:cubicBezTo>
                    <a:pt x="2034583" y="409774"/>
                    <a:pt x="2392723" y="320874"/>
                    <a:pt x="2581953" y="266264"/>
                  </a:cubicBezTo>
                  <a:cubicBezTo>
                    <a:pt x="2728003" y="224354"/>
                    <a:pt x="2871513" y="183714"/>
                    <a:pt x="2974383" y="163394"/>
                  </a:cubicBezTo>
                  <a:cubicBezTo>
                    <a:pt x="3039153" y="150694"/>
                    <a:pt x="3100113" y="135454"/>
                    <a:pt x="3135673" y="140534"/>
                  </a:cubicBezTo>
                  <a:cubicBezTo>
                    <a:pt x="3153453" y="144344"/>
                    <a:pt x="3164883" y="149424"/>
                    <a:pt x="3175043" y="159584"/>
                  </a:cubicBezTo>
                  <a:cubicBezTo>
                    <a:pt x="3183933" y="169744"/>
                    <a:pt x="3191553" y="186254"/>
                    <a:pt x="3191553" y="200224"/>
                  </a:cubicBezTo>
                  <a:cubicBezTo>
                    <a:pt x="3192823" y="212924"/>
                    <a:pt x="3187743" y="230704"/>
                    <a:pt x="3178853" y="240864"/>
                  </a:cubicBezTo>
                  <a:cubicBezTo>
                    <a:pt x="3169963" y="252294"/>
                    <a:pt x="3161073" y="256104"/>
                    <a:pt x="3140753" y="263724"/>
                  </a:cubicBezTo>
                  <a:cubicBezTo>
                    <a:pt x="3078523" y="285314"/>
                    <a:pt x="2899453" y="296744"/>
                    <a:pt x="2736893" y="324684"/>
                  </a:cubicBezTo>
                  <a:cubicBezTo>
                    <a:pt x="2484163" y="369134"/>
                    <a:pt x="2063793" y="447874"/>
                    <a:pt x="1778043" y="511374"/>
                  </a:cubicBezTo>
                  <a:cubicBezTo>
                    <a:pt x="1545633" y="563444"/>
                    <a:pt x="1353863" y="621864"/>
                    <a:pt x="1146853" y="670124"/>
                  </a:cubicBezTo>
                  <a:cubicBezTo>
                    <a:pt x="948733" y="717114"/>
                    <a:pt x="642663" y="793314"/>
                    <a:pt x="560113" y="797124"/>
                  </a:cubicBezTo>
                  <a:cubicBezTo>
                    <a:pt x="538523" y="798394"/>
                    <a:pt x="529633" y="799664"/>
                    <a:pt x="518203" y="792044"/>
                  </a:cubicBezTo>
                  <a:cubicBezTo>
                    <a:pt x="504233" y="784424"/>
                    <a:pt x="488993" y="761564"/>
                    <a:pt x="485183" y="746324"/>
                  </a:cubicBezTo>
                  <a:cubicBezTo>
                    <a:pt x="482643" y="732354"/>
                    <a:pt x="487723" y="718384"/>
                    <a:pt x="495343" y="705684"/>
                  </a:cubicBezTo>
                  <a:cubicBezTo>
                    <a:pt x="506773" y="687904"/>
                    <a:pt x="520743" y="673934"/>
                    <a:pt x="556303" y="656154"/>
                  </a:cubicBezTo>
                  <a:cubicBezTo>
                    <a:pt x="689653" y="591384"/>
                    <a:pt x="1419903" y="469464"/>
                    <a:pt x="1592623" y="402154"/>
                  </a:cubicBezTo>
                  <a:cubicBezTo>
                    <a:pt x="1653583" y="378024"/>
                    <a:pt x="1677713" y="339924"/>
                    <a:pt x="1710733" y="336114"/>
                  </a:cubicBezTo>
                  <a:cubicBezTo>
                    <a:pt x="1731053" y="333574"/>
                    <a:pt x="1752643" y="343734"/>
                    <a:pt x="1764073" y="352624"/>
                  </a:cubicBezTo>
                  <a:cubicBezTo>
                    <a:pt x="1772963" y="358974"/>
                    <a:pt x="1776773" y="367864"/>
                    <a:pt x="1779313" y="378024"/>
                  </a:cubicBezTo>
                  <a:cubicBezTo>
                    <a:pt x="1783123" y="389454"/>
                    <a:pt x="1784393" y="408504"/>
                    <a:pt x="1778043" y="421204"/>
                  </a:cubicBezTo>
                  <a:cubicBezTo>
                    <a:pt x="1770423" y="435174"/>
                    <a:pt x="1757723" y="446604"/>
                    <a:pt x="1733593" y="455494"/>
                  </a:cubicBezTo>
                  <a:cubicBezTo>
                    <a:pt x="1668823" y="482164"/>
                    <a:pt x="1466893" y="478354"/>
                    <a:pt x="1341163" y="494864"/>
                  </a:cubicBezTo>
                  <a:cubicBezTo>
                    <a:pt x="1223053" y="508834"/>
                    <a:pt x="1126533" y="521534"/>
                    <a:pt x="1000803" y="546934"/>
                  </a:cubicBezTo>
                  <a:cubicBezTo>
                    <a:pt x="840783" y="579954"/>
                    <a:pt x="523283" y="686634"/>
                    <a:pt x="457243" y="685364"/>
                  </a:cubicBezTo>
                  <a:cubicBezTo>
                    <a:pt x="442003" y="685364"/>
                    <a:pt x="438193" y="682824"/>
                    <a:pt x="429303" y="677744"/>
                  </a:cubicBezTo>
                  <a:cubicBezTo>
                    <a:pt x="419143" y="671394"/>
                    <a:pt x="407713" y="657424"/>
                    <a:pt x="402633" y="645994"/>
                  </a:cubicBezTo>
                  <a:cubicBezTo>
                    <a:pt x="398823" y="637104"/>
                    <a:pt x="398823" y="626944"/>
                    <a:pt x="400093" y="618054"/>
                  </a:cubicBezTo>
                  <a:cubicBezTo>
                    <a:pt x="402633" y="605354"/>
                    <a:pt x="411523" y="591384"/>
                    <a:pt x="420413" y="581224"/>
                  </a:cubicBezTo>
                  <a:cubicBezTo>
                    <a:pt x="431843" y="569794"/>
                    <a:pt x="443273" y="563444"/>
                    <a:pt x="464863" y="554554"/>
                  </a:cubicBezTo>
                  <a:cubicBezTo>
                    <a:pt x="505503" y="539314"/>
                    <a:pt x="569003" y="524074"/>
                    <a:pt x="661713" y="513914"/>
                  </a:cubicBezTo>
                  <a:cubicBezTo>
                    <a:pt x="872533" y="487244"/>
                    <a:pt x="1386883" y="494864"/>
                    <a:pt x="1705653" y="478354"/>
                  </a:cubicBezTo>
                  <a:cubicBezTo>
                    <a:pt x="1977433" y="463114"/>
                    <a:pt x="2235243" y="460574"/>
                    <a:pt x="2457493" y="422474"/>
                  </a:cubicBezTo>
                  <a:cubicBezTo>
                    <a:pt x="2640373" y="390724"/>
                    <a:pt x="2805473" y="317064"/>
                    <a:pt x="2947713" y="286584"/>
                  </a:cubicBezTo>
                  <a:cubicBezTo>
                    <a:pt x="3055663" y="263724"/>
                    <a:pt x="3183933" y="228164"/>
                    <a:pt x="3236003" y="243404"/>
                  </a:cubicBezTo>
                  <a:cubicBezTo>
                    <a:pt x="3258863" y="249754"/>
                    <a:pt x="3271563" y="264994"/>
                    <a:pt x="3277913" y="280234"/>
                  </a:cubicBezTo>
                  <a:cubicBezTo>
                    <a:pt x="3284263" y="292934"/>
                    <a:pt x="3281723" y="310714"/>
                    <a:pt x="3279183" y="322144"/>
                  </a:cubicBezTo>
                  <a:cubicBezTo>
                    <a:pt x="3275373" y="332304"/>
                    <a:pt x="3271563" y="338654"/>
                    <a:pt x="3262673" y="346274"/>
                  </a:cubicBezTo>
                  <a:cubicBezTo>
                    <a:pt x="3244893" y="361514"/>
                    <a:pt x="3204253" y="376754"/>
                    <a:pt x="3166153" y="390724"/>
                  </a:cubicBezTo>
                  <a:cubicBezTo>
                    <a:pt x="3111543" y="409774"/>
                    <a:pt x="3044233" y="426284"/>
                    <a:pt x="2964223" y="442794"/>
                  </a:cubicBezTo>
                  <a:cubicBezTo>
                    <a:pt x="2848653" y="466924"/>
                    <a:pt x="2722923" y="475814"/>
                    <a:pt x="2534963" y="507564"/>
                  </a:cubicBezTo>
                  <a:cubicBezTo>
                    <a:pt x="2174283" y="569794"/>
                    <a:pt x="1106213" y="811094"/>
                    <a:pt x="960163" y="809824"/>
                  </a:cubicBezTo>
                  <a:cubicBezTo>
                    <a:pt x="936033" y="809824"/>
                    <a:pt x="929683" y="808554"/>
                    <a:pt x="918253" y="800934"/>
                  </a:cubicBezTo>
                  <a:cubicBezTo>
                    <a:pt x="906823" y="794584"/>
                    <a:pt x="896663" y="779344"/>
                    <a:pt x="892853" y="766644"/>
                  </a:cubicBezTo>
                  <a:cubicBezTo>
                    <a:pt x="889043" y="753944"/>
                    <a:pt x="890313" y="737434"/>
                    <a:pt x="896663" y="724734"/>
                  </a:cubicBezTo>
                  <a:cubicBezTo>
                    <a:pt x="903013" y="713304"/>
                    <a:pt x="908093" y="705684"/>
                    <a:pt x="927143" y="695524"/>
                  </a:cubicBezTo>
                  <a:cubicBezTo>
                    <a:pt x="996993" y="659964"/>
                    <a:pt x="1295443" y="637104"/>
                    <a:pt x="1489753" y="595194"/>
                  </a:cubicBezTo>
                  <a:cubicBezTo>
                    <a:pt x="1703113" y="549474"/>
                    <a:pt x="1993943" y="454224"/>
                    <a:pt x="2151423" y="431364"/>
                  </a:cubicBezTo>
                  <a:cubicBezTo>
                    <a:pt x="2236513" y="418664"/>
                    <a:pt x="2312713" y="403424"/>
                    <a:pt x="2350813" y="419934"/>
                  </a:cubicBezTo>
                  <a:cubicBezTo>
                    <a:pt x="2371133" y="428824"/>
                    <a:pt x="2381293" y="447874"/>
                    <a:pt x="2386373" y="464384"/>
                  </a:cubicBezTo>
                  <a:cubicBezTo>
                    <a:pt x="2388913" y="477084"/>
                    <a:pt x="2383833" y="494864"/>
                    <a:pt x="2378753" y="506294"/>
                  </a:cubicBezTo>
                  <a:cubicBezTo>
                    <a:pt x="2373673" y="515184"/>
                    <a:pt x="2371133" y="518994"/>
                    <a:pt x="2358433" y="526614"/>
                  </a:cubicBezTo>
                  <a:cubicBezTo>
                    <a:pt x="2298743" y="563444"/>
                    <a:pt x="1955843" y="667584"/>
                    <a:pt x="1790743" y="713304"/>
                  </a:cubicBezTo>
                  <a:cubicBezTo>
                    <a:pt x="1663743" y="748864"/>
                    <a:pt x="1593893" y="753944"/>
                    <a:pt x="1451653" y="790774"/>
                  </a:cubicBezTo>
                  <a:cubicBezTo>
                    <a:pt x="1204003" y="854274"/>
                    <a:pt x="570273" y="1081604"/>
                    <a:pt x="445813" y="1081604"/>
                  </a:cubicBezTo>
                  <a:cubicBezTo>
                    <a:pt x="417873" y="1081604"/>
                    <a:pt x="405173" y="1073984"/>
                    <a:pt x="393743" y="1066364"/>
                  </a:cubicBezTo>
                  <a:cubicBezTo>
                    <a:pt x="386123" y="1060014"/>
                    <a:pt x="381043" y="1051124"/>
                    <a:pt x="379773" y="1042234"/>
                  </a:cubicBezTo>
                  <a:cubicBezTo>
                    <a:pt x="375963" y="1030804"/>
                    <a:pt x="374693" y="1013024"/>
                    <a:pt x="381043" y="1000324"/>
                  </a:cubicBezTo>
                  <a:cubicBezTo>
                    <a:pt x="388663" y="986354"/>
                    <a:pt x="397553" y="978734"/>
                    <a:pt x="422953" y="967304"/>
                  </a:cubicBezTo>
                  <a:cubicBezTo>
                    <a:pt x="548683" y="906344"/>
                    <a:pt x="1268773" y="769184"/>
                    <a:pt x="1618023" y="698064"/>
                  </a:cubicBezTo>
                  <a:cubicBezTo>
                    <a:pt x="1887263" y="642184"/>
                    <a:pt x="2241593" y="562174"/>
                    <a:pt x="2335573" y="563444"/>
                  </a:cubicBezTo>
                  <a:cubicBezTo>
                    <a:pt x="2358433" y="563444"/>
                    <a:pt x="2367323" y="564714"/>
                    <a:pt x="2378753" y="572334"/>
                  </a:cubicBezTo>
                  <a:cubicBezTo>
                    <a:pt x="2390183" y="579954"/>
                    <a:pt x="2401613" y="595194"/>
                    <a:pt x="2404153" y="609164"/>
                  </a:cubicBezTo>
                  <a:cubicBezTo>
                    <a:pt x="2407963" y="621864"/>
                    <a:pt x="2406693" y="639644"/>
                    <a:pt x="2400343" y="652344"/>
                  </a:cubicBezTo>
                  <a:cubicBezTo>
                    <a:pt x="2393993" y="665044"/>
                    <a:pt x="2382563" y="673934"/>
                    <a:pt x="2368593" y="682824"/>
                  </a:cubicBezTo>
                  <a:cubicBezTo>
                    <a:pt x="2349543" y="694254"/>
                    <a:pt x="2329223" y="701874"/>
                    <a:pt x="2297473" y="712034"/>
                  </a:cubicBezTo>
                  <a:cubicBezTo>
                    <a:pt x="2233973" y="731084"/>
                    <a:pt x="2101893" y="743784"/>
                    <a:pt x="2006643" y="771724"/>
                  </a:cubicBezTo>
                  <a:cubicBezTo>
                    <a:pt x="1910123" y="799664"/>
                    <a:pt x="1813603" y="851734"/>
                    <a:pt x="1722163" y="880944"/>
                  </a:cubicBezTo>
                  <a:cubicBezTo>
                    <a:pt x="1640883" y="906344"/>
                    <a:pt x="1565953" y="912694"/>
                    <a:pt x="1484673" y="938094"/>
                  </a:cubicBezTo>
                  <a:cubicBezTo>
                    <a:pt x="1397043" y="967304"/>
                    <a:pt x="1300523" y="1004134"/>
                    <a:pt x="1216703" y="1048584"/>
                  </a:cubicBezTo>
                  <a:cubicBezTo>
                    <a:pt x="1136693" y="1091764"/>
                    <a:pt x="1038903" y="1189554"/>
                    <a:pt x="991913" y="1198444"/>
                  </a:cubicBezTo>
                  <a:cubicBezTo>
                    <a:pt x="974133" y="1202254"/>
                    <a:pt x="961433" y="1197174"/>
                    <a:pt x="950003" y="1189554"/>
                  </a:cubicBezTo>
                  <a:cubicBezTo>
                    <a:pt x="938573" y="1183204"/>
                    <a:pt x="928413" y="1167964"/>
                    <a:pt x="924603" y="1156534"/>
                  </a:cubicBezTo>
                  <a:cubicBezTo>
                    <a:pt x="920793" y="1146374"/>
                    <a:pt x="920793" y="1137484"/>
                    <a:pt x="923333" y="1127324"/>
                  </a:cubicBezTo>
                  <a:cubicBezTo>
                    <a:pt x="925873" y="1115894"/>
                    <a:pt x="937303" y="1099384"/>
                    <a:pt x="946193" y="1090494"/>
                  </a:cubicBezTo>
                  <a:cubicBezTo>
                    <a:pt x="953813" y="1084144"/>
                    <a:pt x="962703" y="1079064"/>
                    <a:pt x="972863" y="1079064"/>
                  </a:cubicBezTo>
                  <a:cubicBezTo>
                    <a:pt x="988103" y="1080334"/>
                    <a:pt x="998263" y="1103194"/>
                    <a:pt x="1030013" y="1108274"/>
                  </a:cubicBezTo>
                  <a:cubicBezTo>
                    <a:pt x="1139233" y="1123514"/>
                    <a:pt x="1527853" y="1011754"/>
                    <a:pt x="1808523" y="964764"/>
                  </a:cubicBezTo>
                  <a:cubicBezTo>
                    <a:pt x="2136183" y="910154"/>
                    <a:pt x="2702603" y="812364"/>
                    <a:pt x="2875323" y="799664"/>
                  </a:cubicBezTo>
                  <a:cubicBezTo>
                    <a:pt x="2931203" y="795854"/>
                    <a:pt x="2959143" y="797124"/>
                    <a:pt x="2985813" y="802204"/>
                  </a:cubicBezTo>
                  <a:cubicBezTo>
                    <a:pt x="3002323" y="804744"/>
                    <a:pt x="3016293" y="806014"/>
                    <a:pt x="3025183" y="816174"/>
                  </a:cubicBezTo>
                  <a:cubicBezTo>
                    <a:pt x="3036613" y="826334"/>
                    <a:pt x="3045503" y="853004"/>
                    <a:pt x="3045503" y="866974"/>
                  </a:cubicBezTo>
                  <a:cubicBezTo>
                    <a:pt x="3045503" y="877134"/>
                    <a:pt x="3041693" y="884754"/>
                    <a:pt x="3035343" y="893644"/>
                  </a:cubicBezTo>
                  <a:cubicBezTo>
                    <a:pt x="3027723" y="902534"/>
                    <a:pt x="3021373" y="910154"/>
                    <a:pt x="3001053" y="916504"/>
                  </a:cubicBezTo>
                  <a:cubicBezTo>
                    <a:pt x="2938823" y="938094"/>
                    <a:pt x="2715303" y="919044"/>
                    <a:pt x="2559093" y="925394"/>
                  </a:cubicBezTo>
                  <a:cubicBezTo>
                    <a:pt x="2378753" y="933014"/>
                    <a:pt x="2141263" y="939364"/>
                    <a:pt x="1982513" y="959684"/>
                  </a:cubicBezTo>
                  <a:cubicBezTo>
                    <a:pt x="1869483" y="973654"/>
                    <a:pt x="1762803" y="993974"/>
                    <a:pt x="1691683" y="1014294"/>
                  </a:cubicBezTo>
                  <a:cubicBezTo>
                    <a:pt x="1648503" y="1025724"/>
                    <a:pt x="1616753" y="1054934"/>
                    <a:pt x="1591353" y="1053664"/>
                  </a:cubicBezTo>
                  <a:cubicBezTo>
                    <a:pt x="1574843" y="1052394"/>
                    <a:pt x="1562143" y="1040964"/>
                    <a:pt x="1553253" y="1032074"/>
                  </a:cubicBezTo>
                  <a:cubicBezTo>
                    <a:pt x="1545633" y="1025724"/>
                    <a:pt x="1541823" y="1016834"/>
                    <a:pt x="1540553" y="1006674"/>
                  </a:cubicBezTo>
                  <a:cubicBezTo>
                    <a:pt x="1538013" y="993974"/>
                    <a:pt x="1539283" y="976194"/>
                    <a:pt x="1545633" y="964764"/>
                  </a:cubicBezTo>
                  <a:cubicBezTo>
                    <a:pt x="1551983" y="952064"/>
                    <a:pt x="1560873" y="944444"/>
                    <a:pt x="1578653" y="935554"/>
                  </a:cubicBezTo>
                  <a:cubicBezTo>
                    <a:pt x="1626913" y="915234"/>
                    <a:pt x="1760263" y="922854"/>
                    <a:pt x="1873293" y="903804"/>
                  </a:cubicBezTo>
                  <a:cubicBezTo>
                    <a:pt x="2030773" y="875864"/>
                    <a:pt x="2352083" y="772994"/>
                    <a:pt x="2430823" y="771724"/>
                  </a:cubicBezTo>
                  <a:cubicBezTo>
                    <a:pt x="2451143" y="771724"/>
                    <a:pt x="2460033" y="771724"/>
                    <a:pt x="2471463" y="779344"/>
                  </a:cubicBezTo>
                  <a:cubicBezTo>
                    <a:pt x="2482893" y="788234"/>
                    <a:pt x="2496863" y="811094"/>
                    <a:pt x="2498133" y="826334"/>
                  </a:cubicBezTo>
                  <a:cubicBezTo>
                    <a:pt x="2499403" y="840304"/>
                    <a:pt x="2493053" y="855544"/>
                    <a:pt x="2485433" y="865704"/>
                  </a:cubicBezTo>
                  <a:cubicBezTo>
                    <a:pt x="2476543" y="875864"/>
                    <a:pt x="2468923" y="879674"/>
                    <a:pt x="2449873" y="886024"/>
                  </a:cubicBezTo>
                  <a:cubicBezTo>
                    <a:pt x="2383833" y="910154"/>
                    <a:pt x="2148883" y="950794"/>
                    <a:pt x="2000293" y="967304"/>
                  </a:cubicBezTo>
                  <a:cubicBezTo>
                    <a:pt x="1858053" y="982544"/>
                    <a:pt x="1639613" y="1001594"/>
                    <a:pt x="1579923" y="982544"/>
                  </a:cubicBezTo>
                  <a:cubicBezTo>
                    <a:pt x="1560873" y="976194"/>
                    <a:pt x="1554523" y="967304"/>
                    <a:pt x="1548173" y="957144"/>
                  </a:cubicBezTo>
                  <a:cubicBezTo>
                    <a:pt x="1541823" y="949524"/>
                    <a:pt x="1539283" y="940634"/>
                    <a:pt x="1539283" y="931744"/>
                  </a:cubicBezTo>
                  <a:cubicBezTo>
                    <a:pt x="1539283" y="919044"/>
                    <a:pt x="1544363" y="902534"/>
                    <a:pt x="1551983" y="892374"/>
                  </a:cubicBezTo>
                  <a:cubicBezTo>
                    <a:pt x="1557063" y="884754"/>
                    <a:pt x="1558333" y="882214"/>
                    <a:pt x="1573573" y="875864"/>
                  </a:cubicBezTo>
                  <a:cubicBezTo>
                    <a:pt x="1672633" y="831414"/>
                    <a:pt x="2515913" y="703144"/>
                    <a:pt x="2899453" y="643454"/>
                  </a:cubicBezTo>
                  <a:cubicBezTo>
                    <a:pt x="3189013" y="597734"/>
                    <a:pt x="3498893" y="548204"/>
                    <a:pt x="3667803" y="536774"/>
                  </a:cubicBezTo>
                  <a:cubicBezTo>
                    <a:pt x="3749083" y="530424"/>
                    <a:pt x="3817663" y="520264"/>
                    <a:pt x="3850683" y="535504"/>
                  </a:cubicBezTo>
                  <a:cubicBezTo>
                    <a:pt x="3867193" y="543124"/>
                    <a:pt x="3873543" y="557094"/>
                    <a:pt x="3878623" y="567254"/>
                  </a:cubicBezTo>
                  <a:cubicBezTo>
                    <a:pt x="3883703" y="577414"/>
                    <a:pt x="3883703" y="587574"/>
                    <a:pt x="3882433" y="596464"/>
                  </a:cubicBezTo>
                  <a:cubicBezTo>
                    <a:pt x="3881163" y="605354"/>
                    <a:pt x="3878623" y="615514"/>
                    <a:pt x="3872273" y="623134"/>
                  </a:cubicBezTo>
                  <a:cubicBezTo>
                    <a:pt x="3864653" y="633294"/>
                    <a:pt x="3858303" y="638374"/>
                    <a:pt x="3836713" y="648534"/>
                  </a:cubicBezTo>
                  <a:cubicBezTo>
                    <a:pt x="3727493" y="695524"/>
                    <a:pt x="3077253" y="812364"/>
                    <a:pt x="2752133" y="875864"/>
                  </a:cubicBezTo>
                  <a:cubicBezTo>
                    <a:pt x="2486703" y="929204"/>
                    <a:pt x="2247943" y="974924"/>
                    <a:pt x="2026963" y="1011754"/>
                  </a:cubicBezTo>
                  <a:cubicBezTo>
                    <a:pt x="1844083" y="1042234"/>
                    <a:pt x="1700573" y="1066364"/>
                    <a:pt x="1522773" y="1085414"/>
                  </a:cubicBezTo>
                  <a:cubicBezTo>
                    <a:pt x="1324653" y="1104464"/>
                    <a:pt x="986833" y="1141294"/>
                    <a:pt x="896663" y="1122244"/>
                  </a:cubicBezTo>
                  <a:cubicBezTo>
                    <a:pt x="869993" y="1117164"/>
                    <a:pt x="857293" y="1110814"/>
                    <a:pt x="848403" y="1098114"/>
                  </a:cubicBezTo>
                  <a:cubicBezTo>
                    <a:pt x="838243" y="1085414"/>
                    <a:pt x="834433" y="1058744"/>
                    <a:pt x="840783" y="1044774"/>
                  </a:cubicBezTo>
                  <a:cubicBezTo>
                    <a:pt x="845863" y="1029534"/>
                    <a:pt x="854753" y="1020644"/>
                    <a:pt x="880153" y="1006674"/>
                  </a:cubicBezTo>
                  <a:cubicBezTo>
                    <a:pt x="1013503" y="935554"/>
                    <a:pt x="2010453" y="747594"/>
                    <a:pt x="2264453" y="673934"/>
                  </a:cubicBezTo>
                  <a:cubicBezTo>
                    <a:pt x="2363513" y="645994"/>
                    <a:pt x="2424473" y="605354"/>
                    <a:pt x="2467653" y="606624"/>
                  </a:cubicBezTo>
                  <a:cubicBezTo>
                    <a:pt x="2487973" y="606624"/>
                    <a:pt x="2500673" y="612974"/>
                    <a:pt x="2512103" y="623134"/>
                  </a:cubicBezTo>
                  <a:cubicBezTo>
                    <a:pt x="2523533" y="633294"/>
                    <a:pt x="2532423" y="651074"/>
                    <a:pt x="2533693" y="666314"/>
                  </a:cubicBezTo>
                  <a:cubicBezTo>
                    <a:pt x="2534963" y="680284"/>
                    <a:pt x="2529883" y="699334"/>
                    <a:pt x="2522263" y="712034"/>
                  </a:cubicBezTo>
                  <a:cubicBezTo>
                    <a:pt x="2513373" y="724734"/>
                    <a:pt x="2499403" y="736164"/>
                    <a:pt x="2481623" y="738704"/>
                  </a:cubicBezTo>
                  <a:cubicBezTo>
                    <a:pt x="2456223" y="742514"/>
                    <a:pt x="2418123" y="710764"/>
                    <a:pt x="2380023" y="701874"/>
                  </a:cubicBezTo>
                  <a:cubicBezTo>
                    <a:pt x="2331763" y="691714"/>
                    <a:pt x="2249213" y="705684"/>
                    <a:pt x="2217463" y="687904"/>
                  </a:cubicBezTo>
                  <a:cubicBezTo>
                    <a:pt x="2198413" y="676474"/>
                    <a:pt x="2188253" y="656154"/>
                    <a:pt x="2185713" y="639644"/>
                  </a:cubicBezTo>
                  <a:cubicBezTo>
                    <a:pt x="2184443" y="621864"/>
                    <a:pt x="2192063" y="600274"/>
                    <a:pt x="2207303" y="586304"/>
                  </a:cubicBezTo>
                  <a:cubicBezTo>
                    <a:pt x="2232703" y="563444"/>
                    <a:pt x="2287313" y="559634"/>
                    <a:pt x="2345733" y="549474"/>
                  </a:cubicBezTo>
                  <a:cubicBezTo>
                    <a:pt x="2443523" y="534234"/>
                    <a:pt x="2640373" y="525344"/>
                    <a:pt x="2740703" y="525344"/>
                  </a:cubicBezTo>
                  <a:cubicBezTo>
                    <a:pt x="2801663" y="526614"/>
                    <a:pt x="2839763" y="527884"/>
                    <a:pt x="2889293" y="535504"/>
                  </a:cubicBezTo>
                  <a:cubicBezTo>
                    <a:pt x="2937553" y="543124"/>
                    <a:pt x="3011213" y="552014"/>
                    <a:pt x="3035343" y="572334"/>
                  </a:cubicBezTo>
                  <a:cubicBezTo>
                    <a:pt x="3048043" y="582494"/>
                    <a:pt x="3051853" y="599004"/>
                    <a:pt x="3053123" y="611704"/>
                  </a:cubicBezTo>
                  <a:cubicBezTo>
                    <a:pt x="3054393" y="620594"/>
                    <a:pt x="3054393" y="629484"/>
                    <a:pt x="3048043" y="639644"/>
                  </a:cubicBezTo>
                  <a:cubicBezTo>
                    <a:pt x="3035343" y="661234"/>
                    <a:pt x="3002323" y="695524"/>
                    <a:pt x="2952793" y="718384"/>
                  </a:cubicBezTo>
                  <a:cubicBezTo>
                    <a:pt x="2849923" y="765374"/>
                    <a:pt x="2621323" y="761564"/>
                    <a:pt x="2419393" y="806014"/>
                  </a:cubicBezTo>
                  <a:cubicBezTo>
                    <a:pt x="2143803" y="866974"/>
                    <a:pt x="1550713" y="1073984"/>
                    <a:pt x="1456733" y="1077794"/>
                  </a:cubicBezTo>
                  <a:cubicBezTo>
                    <a:pt x="1441493" y="1077794"/>
                    <a:pt x="1437683" y="1076524"/>
                    <a:pt x="1428793" y="1071444"/>
                  </a:cubicBezTo>
                  <a:cubicBezTo>
                    <a:pt x="1418633" y="1065094"/>
                    <a:pt x="1404663" y="1052394"/>
                    <a:pt x="1399583" y="1040964"/>
                  </a:cubicBezTo>
                  <a:cubicBezTo>
                    <a:pt x="1394503" y="1028264"/>
                    <a:pt x="1394503" y="1009214"/>
                    <a:pt x="1398313" y="997784"/>
                  </a:cubicBezTo>
                  <a:cubicBezTo>
                    <a:pt x="1400853" y="987624"/>
                    <a:pt x="1405933" y="980004"/>
                    <a:pt x="1413553" y="973654"/>
                  </a:cubicBezTo>
                  <a:cubicBezTo>
                    <a:pt x="1423713" y="964764"/>
                    <a:pt x="1431333" y="962224"/>
                    <a:pt x="1452923" y="957144"/>
                  </a:cubicBezTo>
                  <a:cubicBezTo>
                    <a:pt x="1555793" y="934284"/>
                    <a:pt x="2052363" y="926664"/>
                    <a:pt x="2336843" y="919044"/>
                  </a:cubicBezTo>
                  <a:cubicBezTo>
                    <a:pt x="2602273" y="911424"/>
                    <a:pt x="2941363" y="908884"/>
                    <a:pt x="3105193" y="907614"/>
                  </a:cubicBezTo>
                  <a:cubicBezTo>
                    <a:pt x="3182663" y="907614"/>
                    <a:pt x="3241083" y="897454"/>
                    <a:pt x="3275373" y="907614"/>
                  </a:cubicBezTo>
                  <a:cubicBezTo>
                    <a:pt x="3291883" y="913964"/>
                    <a:pt x="3303313" y="922854"/>
                    <a:pt x="3310933" y="931744"/>
                  </a:cubicBezTo>
                  <a:cubicBezTo>
                    <a:pt x="3317283" y="939364"/>
                    <a:pt x="3319823" y="948254"/>
                    <a:pt x="3321093" y="958414"/>
                  </a:cubicBezTo>
                  <a:cubicBezTo>
                    <a:pt x="3322363" y="971114"/>
                    <a:pt x="3321093" y="986354"/>
                    <a:pt x="3310933" y="999054"/>
                  </a:cubicBezTo>
                  <a:cubicBezTo>
                    <a:pt x="3296963" y="1020644"/>
                    <a:pt x="3271563" y="1042234"/>
                    <a:pt x="3224573" y="1056204"/>
                  </a:cubicBezTo>
                  <a:cubicBezTo>
                    <a:pt x="3096303" y="1096844"/>
                    <a:pt x="2682283" y="1066364"/>
                    <a:pt x="2443523" y="1077794"/>
                  </a:cubicBezTo>
                  <a:cubicBezTo>
                    <a:pt x="2241593" y="1087954"/>
                    <a:pt x="2011723" y="1100654"/>
                    <a:pt x="1882183" y="1117164"/>
                  </a:cubicBezTo>
                  <a:cubicBezTo>
                    <a:pt x="1813603" y="1124784"/>
                    <a:pt x="1758993" y="1150184"/>
                    <a:pt x="1725973" y="1143834"/>
                  </a:cubicBezTo>
                  <a:cubicBezTo>
                    <a:pt x="1709463" y="1140024"/>
                    <a:pt x="1698033" y="1131134"/>
                    <a:pt x="1690413" y="1120974"/>
                  </a:cubicBezTo>
                  <a:cubicBezTo>
                    <a:pt x="1682793" y="1110814"/>
                    <a:pt x="1677713" y="1093034"/>
                    <a:pt x="1678983" y="1080334"/>
                  </a:cubicBezTo>
                  <a:cubicBezTo>
                    <a:pt x="1680253" y="1067634"/>
                    <a:pt x="1687873" y="1051124"/>
                    <a:pt x="1696763" y="1042234"/>
                  </a:cubicBezTo>
                  <a:cubicBezTo>
                    <a:pt x="1706923" y="1033344"/>
                    <a:pt x="1719623" y="1028264"/>
                    <a:pt x="1736133" y="1025724"/>
                  </a:cubicBezTo>
                  <a:cubicBezTo>
                    <a:pt x="1760263" y="1021914"/>
                    <a:pt x="1778043" y="1033344"/>
                    <a:pt x="1831383" y="1034614"/>
                  </a:cubicBezTo>
                  <a:cubicBezTo>
                    <a:pt x="2093003" y="1040964"/>
                    <a:pt x="3986573" y="912694"/>
                    <a:pt x="4165643" y="940634"/>
                  </a:cubicBezTo>
                  <a:cubicBezTo>
                    <a:pt x="4189773" y="944444"/>
                    <a:pt x="4196123" y="948254"/>
                    <a:pt x="4205013" y="955874"/>
                  </a:cubicBezTo>
                  <a:cubicBezTo>
                    <a:pt x="4213903" y="962224"/>
                    <a:pt x="4218983" y="969844"/>
                    <a:pt x="4221523" y="980004"/>
                  </a:cubicBezTo>
                  <a:cubicBezTo>
                    <a:pt x="4225333" y="993974"/>
                    <a:pt x="4224063" y="1020644"/>
                    <a:pt x="4215173" y="1034614"/>
                  </a:cubicBezTo>
                  <a:cubicBezTo>
                    <a:pt x="4206283" y="1048584"/>
                    <a:pt x="4194853" y="1053664"/>
                    <a:pt x="4165643" y="1061284"/>
                  </a:cubicBezTo>
                  <a:cubicBezTo>
                    <a:pt x="4046263" y="1090494"/>
                    <a:pt x="3506513" y="1060014"/>
                    <a:pt x="3159803" y="1066364"/>
                  </a:cubicBezTo>
                  <a:cubicBezTo>
                    <a:pt x="2791503" y="1072714"/>
                    <a:pt x="2300013" y="1095574"/>
                    <a:pt x="2016803" y="1099384"/>
                  </a:cubicBezTo>
                  <a:cubicBezTo>
                    <a:pt x="1849163" y="1103194"/>
                    <a:pt x="1685333" y="1118434"/>
                    <a:pt x="1616753" y="1101924"/>
                  </a:cubicBezTo>
                  <a:cubicBezTo>
                    <a:pt x="1591353" y="1095574"/>
                    <a:pt x="1576113" y="1086684"/>
                    <a:pt x="1567223" y="1075254"/>
                  </a:cubicBezTo>
                  <a:cubicBezTo>
                    <a:pt x="1559603" y="1067634"/>
                    <a:pt x="1557063" y="1058744"/>
                    <a:pt x="1557063" y="1048584"/>
                  </a:cubicBezTo>
                  <a:cubicBezTo>
                    <a:pt x="1555793" y="1035884"/>
                    <a:pt x="1558333" y="1016834"/>
                    <a:pt x="1567223" y="1006674"/>
                  </a:cubicBezTo>
                  <a:cubicBezTo>
                    <a:pt x="1577383" y="993974"/>
                    <a:pt x="1587543" y="987624"/>
                    <a:pt x="1616753" y="980004"/>
                  </a:cubicBezTo>
                  <a:cubicBezTo>
                    <a:pt x="1753913" y="948254"/>
                    <a:pt x="2505753" y="1000324"/>
                    <a:pt x="2842303" y="999054"/>
                  </a:cubicBezTo>
                  <a:cubicBezTo>
                    <a:pt x="3078523" y="996514"/>
                    <a:pt x="3355383" y="959684"/>
                    <a:pt x="3445553" y="981274"/>
                  </a:cubicBezTo>
                  <a:cubicBezTo>
                    <a:pt x="3473493" y="988894"/>
                    <a:pt x="3487463" y="995244"/>
                    <a:pt x="3496353" y="1009214"/>
                  </a:cubicBezTo>
                  <a:cubicBezTo>
                    <a:pt x="3506513" y="1024454"/>
                    <a:pt x="3509053" y="1052394"/>
                    <a:pt x="3503973" y="1068904"/>
                  </a:cubicBezTo>
                  <a:cubicBezTo>
                    <a:pt x="3498893" y="1082874"/>
                    <a:pt x="3487463" y="1093034"/>
                    <a:pt x="3473493" y="1101924"/>
                  </a:cubicBezTo>
                  <a:cubicBezTo>
                    <a:pt x="3450633" y="1115894"/>
                    <a:pt x="3418883" y="1118434"/>
                    <a:pt x="3369353" y="1127324"/>
                  </a:cubicBezTo>
                  <a:cubicBezTo>
                    <a:pt x="3249973" y="1146374"/>
                    <a:pt x="2827063" y="1187014"/>
                    <a:pt x="2755943" y="1179394"/>
                  </a:cubicBezTo>
                  <a:cubicBezTo>
                    <a:pt x="2739433" y="1178124"/>
                    <a:pt x="2735623" y="1176854"/>
                    <a:pt x="2728003" y="1171774"/>
                  </a:cubicBezTo>
                  <a:cubicBezTo>
                    <a:pt x="2717843" y="1164154"/>
                    <a:pt x="2705143" y="1151454"/>
                    <a:pt x="2700063" y="1138754"/>
                  </a:cubicBezTo>
                  <a:cubicBezTo>
                    <a:pt x="2696253" y="1126054"/>
                    <a:pt x="2697523" y="1107004"/>
                    <a:pt x="2702603" y="1095574"/>
                  </a:cubicBezTo>
                  <a:cubicBezTo>
                    <a:pt x="2707683" y="1082874"/>
                    <a:pt x="2717843" y="1072714"/>
                    <a:pt x="2731813" y="1063824"/>
                  </a:cubicBezTo>
                  <a:cubicBezTo>
                    <a:pt x="2754673" y="1049854"/>
                    <a:pt x="2786423" y="1043504"/>
                    <a:pt x="2834683" y="1032074"/>
                  </a:cubicBezTo>
                  <a:cubicBezTo>
                    <a:pt x="2938823" y="1006674"/>
                    <a:pt x="3173773" y="976194"/>
                    <a:pt x="3338873" y="943174"/>
                  </a:cubicBezTo>
                  <a:cubicBezTo>
                    <a:pt x="3501433" y="911424"/>
                    <a:pt x="3662723" y="879674"/>
                    <a:pt x="3818933" y="837764"/>
                  </a:cubicBezTo>
                  <a:cubicBezTo>
                    <a:pt x="3972603" y="795854"/>
                    <a:pt x="4201203" y="689174"/>
                    <a:pt x="4268513" y="691714"/>
                  </a:cubicBezTo>
                  <a:cubicBezTo>
                    <a:pt x="4288833" y="691714"/>
                    <a:pt x="4297723" y="698064"/>
                    <a:pt x="4306613" y="706954"/>
                  </a:cubicBezTo>
                  <a:cubicBezTo>
                    <a:pt x="4315503" y="715844"/>
                    <a:pt x="4323123" y="732354"/>
                    <a:pt x="4324393" y="743784"/>
                  </a:cubicBezTo>
                  <a:cubicBezTo>
                    <a:pt x="4326933" y="753944"/>
                    <a:pt x="4325663" y="762834"/>
                    <a:pt x="4320583" y="771724"/>
                  </a:cubicBezTo>
                  <a:cubicBezTo>
                    <a:pt x="4315503" y="781884"/>
                    <a:pt x="4302803" y="795854"/>
                    <a:pt x="4292643" y="802204"/>
                  </a:cubicBezTo>
                  <a:cubicBezTo>
                    <a:pt x="4283753" y="807284"/>
                    <a:pt x="4278673" y="808554"/>
                    <a:pt x="4265973" y="807284"/>
                  </a:cubicBezTo>
                  <a:cubicBezTo>
                    <a:pt x="4235493" y="807284"/>
                    <a:pt x="4192313" y="779344"/>
                    <a:pt x="4112303" y="767914"/>
                  </a:cubicBezTo>
                  <a:cubicBezTo>
                    <a:pt x="3855763" y="729814"/>
                    <a:pt x="2766103" y="767914"/>
                    <a:pt x="2444793" y="706954"/>
                  </a:cubicBezTo>
                  <a:cubicBezTo>
                    <a:pt x="2308903" y="681554"/>
                    <a:pt x="2200953" y="642184"/>
                    <a:pt x="2161583" y="609164"/>
                  </a:cubicBezTo>
                  <a:cubicBezTo>
                    <a:pt x="2147613" y="596464"/>
                    <a:pt x="2142533" y="583764"/>
                    <a:pt x="2141263" y="569794"/>
                  </a:cubicBezTo>
                  <a:cubicBezTo>
                    <a:pt x="2138723" y="557094"/>
                    <a:pt x="2141263" y="540584"/>
                    <a:pt x="2151423" y="526614"/>
                  </a:cubicBezTo>
                  <a:cubicBezTo>
                    <a:pt x="2164123" y="508834"/>
                    <a:pt x="2194603" y="497404"/>
                    <a:pt x="2230163" y="480894"/>
                  </a:cubicBezTo>
                  <a:cubicBezTo>
                    <a:pt x="2292393" y="452954"/>
                    <a:pt x="2401613" y="417394"/>
                    <a:pt x="2494323" y="391994"/>
                  </a:cubicBezTo>
                  <a:cubicBezTo>
                    <a:pt x="2593383" y="365324"/>
                    <a:pt x="2692443" y="355164"/>
                    <a:pt x="2809283" y="325954"/>
                  </a:cubicBezTo>
                  <a:cubicBezTo>
                    <a:pt x="2959143" y="287854"/>
                    <a:pt x="3197903" y="219274"/>
                    <a:pt x="3322363" y="174824"/>
                  </a:cubicBezTo>
                  <a:cubicBezTo>
                    <a:pt x="3394753" y="148154"/>
                    <a:pt x="3456983" y="96084"/>
                    <a:pt x="3492543" y="99894"/>
                  </a:cubicBezTo>
                  <a:cubicBezTo>
                    <a:pt x="3509053" y="101164"/>
                    <a:pt x="3520483" y="112594"/>
                    <a:pt x="3528103" y="124024"/>
                  </a:cubicBezTo>
                  <a:cubicBezTo>
                    <a:pt x="3536993" y="135454"/>
                    <a:pt x="3540803" y="153234"/>
                    <a:pt x="3539533" y="167204"/>
                  </a:cubicBezTo>
                  <a:cubicBezTo>
                    <a:pt x="3536993" y="181174"/>
                    <a:pt x="3529373" y="197684"/>
                    <a:pt x="3519213" y="206574"/>
                  </a:cubicBezTo>
                  <a:cubicBezTo>
                    <a:pt x="3509053" y="215464"/>
                    <a:pt x="3492543" y="223084"/>
                    <a:pt x="3477303" y="221814"/>
                  </a:cubicBezTo>
                  <a:cubicBezTo>
                    <a:pt x="3460793" y="221814"/>
                    <a:pt x="3455713" y="204034"/>
                    <a:pt x="3422693" y="196414"/>
                  </a:cubicBezTo>
                  <a:cubicBezTo>
                    <a:pt x="3252513" y="158314"/>
                    <a:pt x="1863133" y="219274"/>
                    <a:pt x="1731053" y="196414"/>
                  </a:cubicBezTo>
                  <a:cubicBezTo>
                    <a:pt x="1712003" y="192604"/>
                    <a:pt x="1709463" y="191334"/>
                    <a:pt x="1700573" y="184984"/>
                  </a:cubicBezTo>
                  <a:cubicBezTo>
                    <a:pt x="1690413" y="177364"/>
                    <a:pt x="1677713" y="159584"/>
                    <a:pt x="1673903" y="146884"/>
                  </a:cubicBezTo>
                  <a:cubicBezTo>
                    <a:pt x="1670093" y="135454"/>
                    <a:pt x="1670093" y="125294"/>
                    <a:pt x="1672633" y="115134"/>
                  </a:cubicBezTo>
                  <a:cubicBezTo>
                    <a:pt x="1676443" y="101164"/>
                    <a:pt x="1685333" y="87194"/>
                    <a:pt x="1699303" y="75764"/>
                  </a:cubicBezTo>
                  <a:cubicBezTo>
                    <a:pt x="1719623" y="59254"/>
                    <a:pt x="1755183" y="47824"/>
                    <a:pt x="1792013" y="36394"/>
                  </a:cubicBezTo>
                  <a:cubicBezTo>
                    <a:pt x="1842813" y="21154"/>
                    <a:pt x="1941873" y="2104"/>
                    <a:pt x="1982513" y="834"/>
                  </a:cubicBezTo>
                  <a:cubicBezTo>
                    <a:pt x="2002833" y="834"/>
                    <a:pt x="2014263" y="2104"/>
                    <a:pt x="2025693" y="8454"/>
                  </a:cubicBezTo>
                  <a:cubicBezTo>
                    <a:pt x="2038393" y="14804"/>
                    <a:pt x="2049823" y="30044"/>
                    <a:pt x="2053633" y="42744"/>
                  </a:cubicBezTo>
                  <a:cubicBezTo>
                    <a:pt x="2057443" y="55444"/>
                    <a:pt x="2057443" y="73224"/>
                    <a:pt x="2051093" y="85924"/>
                  </a:cubicBezTo>
                  <a:cubicBezTo>
                    <a:pt x="2046013" y="98624"/>
                    <a:pt x="2038393" y="107514"/>
                    <a:pt x="2020613" y="117674"/>
                  </a:cubicBezTo>
                  <a:cubicBezTo>
                    <a:pt x="1976163" y="141804"/>
                    <a:pt x="1846623" y="146884"/>
                    <a:pt x="1745023" y="169744"/>
                  </a:cubicBezTo>
                  <a:cubicBezTo>
                    <a:pt x="1614213" y="201494"/>
                    <a:pt x="1403393" y="284044"/>
                    <a:pt x="1304333" y="294204"/>
                  </a:cubicBezTo>
                  <a:cubicBezTo>
                    <a:pt x="1256073" y="299284"/>
                    <a:pt x="1221783" y="294204"/>
                    <a:pt x="1195113" y="286584"/>
                  </a:cubicBezTo>
                  <a:cubicBezTo>
                    <a:pt x="1177333" y="281504"/>
                    <a:pt x="1163363" y="275154"/>
                    <a:pt x="1154473" y="264994"/>
                  </a:cubicBezTo>
                  <a:cubicBezTo>
                    <a:pt x="1144313" y="254834"/>
                    <a:pt x="1136693" y="237054"/>
                    <a:pt x="1137963" y="221814"/>
                  </a:cubicBezTo>
                  <a:cubicBezTo>
                    <a:pt x="1139233" y="205304"/>
                    <a:pt x="1150663" y="182444"/>
                    <a:pt x="1165903" y="169744"/>
                  </a:cubicBezTo>
                  <a:cubicBezTo>
                    <a:pt x="1183683" y="153234"/>
                    <a:pt x="1207813" y="149424"/>
                    <a:pt x="1242103" y="140534"/>
                  </a:cubicBezTo>
                  <a:cubicBezTo>
                    <a:pt x="1310683" y="122754"/>
                    <a:pt x="1460543" y="115134"/>
                    <a:pt x="1553253" y="96084"/>
                  </a:cubicBezTo>
                  <a:cubicBezTo>
                    <a:pt x="1628183" y="79574"/>
                    <a:pt x="1692953" y="47824"/>
                    <a:pt x="1756453" y="40204"/>
                  </a:cubicBezTo>
                  <a:cubicBezTo>
                    <a:pt x="1809793" y="35124"/>
                    <a:pt x="1875833" y="31314"/>
                    <a:pt x="1907583" y="47824"/>
                  </a:cubicBezTo>
                  <a:cubicBezTo>
                    <a:pt x="1929173" y="59254"/>
                    <a:pt x="1943143" y="82114"/>
                    <a:pt x="1946953" y="101164"/>
                  </a:cubicBezTo>
                  <a:cubicBezTo>
                    <a:pt x="1950763" y="116404"/>
                    <a:pt x="1944413" y="135454"/>
                    <a:pt x="1936793" y="150694"/>
                  </a:cubicBezTo>
                  <a:cubicBezTo>
                    <a:pt x="1929173" y="165934"/>
                    <a:pt x="1917743" y="178634"/>
                    <a:pt x="1897423" y="192604"/>
                  </a:cubicBezTo>
                  <a:cubicBezTo>
                    <a:pt x="1856783" y="220544"/>
                    <a:pt x="1741213" y="280234"/>
                    <a:pt x="1694223" y="272614"/>
                  </a:cubicBezTo>
                  <a:cubicBezTo>
                    <a:pt x="1666283" y="267534"/>
                    <a:pt x="1630723" y="234514"/>
                    <a:pt x="1633263" y="220544"/>
                  </a:cubicBezTo>
                  <a:cubicBezTo>
                    <a:pt x="1640883" y="193874"/>
                    <a:pt x="1812333" y="177364"/>
                    <a:pt x="1879643" y="169744"/>
                  </a:cubicBezTo>
                  <a:cubicBezTo>
                    <a:pt x="1924093" y="163394"/>
                    <a:pt x="1966003" y="158314"/>
                    <a:pt x="1992673" y="163394"/>
                  </a:cubicBezTo>
                  <a:cubicBezTo>
                    <a:pt x="2009183" y="167204"/>
                    <a:pt x="2021883" y="174824"/>
                    <a:pt x="2030773" y="184984"/>
                  </a:cubicBezTo>
                  <a:cubicBezTo>
                    <a:pt x="2039663" y="195144"/>
                    <a:pt x="2046013" y="214194"/>
                    <a:pt x="2046013" y="225624"/>
                  </a:cubicBezTo>
                  <a:cubicBezTo>
                    <a:pt x="2047283" y="237054"/>
                    <a:pt x="2044743" y="245944"/>
                    <a:pt x="2038393" y="254834"/>
                  </a:cubicBezTo>
                  <a:cubicBezTo>
                    <a:pt x="2032043" y="266264"/>
                    <a:pt x="2023153" y="277694"/>
                    <a:pt x="2004103" y="289124"/>
                  </a:cubicBezTo>
                  <a:cubicBezTo>
                    <a:pt x="1955843" y="318334"/>
                    <a:pt x="1836463" y="353894"/>
                    <a:pt x="1720893" y="381834"/>
                  </a:cubicBezTo>
                  <a:cubicBezTo>
                    <a:pt x="1548173" y="422474"/>
                    <a:pt x="1148123" y="505024"/>
                    <a:pt x="1065573" y="487244"/>
                  </a:cubicBezTo>
                  <a:cubicBezTo>
                    <a:pt x="1043983" y="482164"/>
                    <a:pt x="1036363" y="473274"/>
                    <a:pt x="1028743" y="461844"/>
                  </a:cubicBezTo>
                  <a:cubicBezTo>
                    <a:pt x="1021123" y="451684"/>
                    <a:pt x="1017313" y="432634"/>
                    <a:pt x="1017313" y="419934"/>
                  </a:cubicBezTo>
                  <a:cubicBezTo>
                    <a:pt x="1017313" y="408504"/>
                    <a:pt x="1021123" y="399614"/>
                    <a:pt x="1027473" y="390724"/>
                  </a:cubicBezTo>
                  <a:cubicBezTo>
                    <a:pt x="1035093" y="380564"/>
                    <a:pt x="1050333" y="367864"/>
                    <a:pt x="1063033" y="365324"/>
                  </a:cubicBezTo>
                  <a:cubicBezTo>
                    <a:pt x="1075733" y="362784"/>
                    <a:pt x="1080813" y="374214"/>
                    <a:pt x="1101133" y="376754"/>
                  </a:cubicBezTo>
                  <a:cubicBezTo>
                    <a:pt x="1181143" y="385644"/>
                    <a:pt x="1521503" y="367864"/>
                    <a:pt x="1695493" y="357704"/>
                  </a:cubicBezTo>
                  <a:cubicBezTo>
                    <a:pt x="1831383" y="348814"/>
                    <a:pt x="1997753" y="317064"/>
                    <a:pt x="2059983" y="323414"/>
                  </a:cubicBezTo>
                  <a:cubicBezTo>
                    <a:pt x="2081573" y="324684"/>
                    <a:pt x="2091733" y="327224"/>
                    <a:pt x="2103163" y="334844"/>
                  </a:cubicBezTo>
                  <a:cubicBezTo>
                    <a:pt x="2110783" y="339924"/>
                    <a:pt x="2117133" y="348814"/>
                    <a:pt x="2122213" y="357704"/>
                  </a:cubicBezTo>
                  <a:cubicBezTo>
                    <a:pt x="2126023" y="366594"/>
                    <a:pt x="2128563" y="376754"/>
                    <a:pt x="2128563" y="386914"/>
                  </a:cubicBezTo>
                  <a:cubicBezTo>
                    <a:pt x="2127293" y="399614"/>
                    <a:pt x="2123483" y="416124"/>
                    <a:pt x="2110783" y="427554"/>
                  </a:cubicBezTo>
                  <a:cubicBezTo>
                    <a:pt x="2091733" y="447874"/>
                    <a:pt x="2042203" y="464384"/>
                    <a:pt x="2002833" y="478354"/>
                  </a:cubicBezTo>
                  <a:cubicBezTo>
                    <a:pt x="1959653" y="492324"/>
                    <a:pt x="1917743" y="499944"/>
                    <a:pt x="1861863" y="507564"/>
                  </a:cubicBezTo>
                  <a:cubicBezTo>
                    <a:pt x="1784393" y="518994"/>
                    <a:pt x="1633263" y="545664"/>
                    <a:pt x="1581193" y="530424"/>
                  </a:cubicBezTo>
                  <a:cubicBezTo>
                    <a:pt x="1558333" y="524074"/>
                    <a:pt x="1544363" y="511374"/>
                    <a:pt x="1536743" y="497404"/>
                  </a:cubicBezTo>
                  <a:cubicBezTo>
                    <a:pt x="1530393" y="484704"/>
                    <a:pt x="1529123" y="468194"/>
                    <a:pt x="1532933" y="454224"/>
                  </a:cubicBezTo>
                  <a:cubicBezTo>
                    <a:pt x="1538013" y="440254"/>
                    <a:pt x="1549443" y="428824"/>
                    <a:pt x="1571033" y="414854"/>
                  </a:cubicBezTo>
                  <a:cubicBezTo>
                    <a:pt x="1626913" y="378024"/>
                    <a:pt x="1783123" y="331034"/>
                    <a:pt x="1915203" y="291664"/>
                  </a:cubicBezTo>
                  <a:cubicBezTo>
                    <a:pt x="2090463" y="239594"/>
                    <a:pt x="2388913" y="171014"/>
                    <a:pt x="2533693" y="143074"/>
                  </a:cubicBezTo>
                  <a:cubicBezTo>
                    <a:pt x="2611163" y="127834"/>
                    <a:pt x="2674663" y="112594"/>
                    <a:pt x="2712763" y="116404"/>
                  </a:cubicBezTo>
                  <a:cubicBezTo>
                    <a:pt x="2731813" y="117674"/>
                    <a:pt x="2743243" y="120214"/>
                    <a:pt x="2754673" y="129104"/>
                  </a:cubicBezTo>
                  <a:cubicBezTo>
                    <a:pt x="2764833" y="136724"/>
                    <a:pt x="2773723" y="151964"/>
                    <a:pt x="2776263" y="164664"/>
                  </a:cubicBezTo>
                  <a:cubicBezTo>
                    <a:pt x="2778803" y="178634"/>
                    <a:pt x="2774993" y="196414"/>
                    <a:pt x="2768643" y="207844"/>
                  </a:cubicBezTo>
                  <a:cubicBezTo>
                    <a:pt x="2764833" y="216734"/>
                    <a:pt x="2761023" y="220544"/>
                    <a:pt x="2749593" y="228164"/>
                  </a:cubicBezTo>
                  <a:cubicBezTo>
                    <a:pt x="2711493" y="251024"/>
                    <a:pt x="2576873" y="295474"/>
                    <a:pt x="2486703" y="322144"/>
                  </a:cubicBezTo>
                  <a:cubicBezTo>
                    <a:pt x="2393993" y="348814"/>
                    <a:pt x="2294933" y="358974"/>
                    <a:pt x="2197143" y="385644"/>
                  </a:cubicBezTo>
                  <a:cubicBezTo>
                    <a:pt x="2091733" y="413584"/>
                    <a:pt x="1986323" y="458034"/>
                    <a:pt x="1875833" y="484704"/>
                  </a:cubicBezTo>
                  <a:cubicBezTo>
                    <a:pt x="1762803" y="513914"/>
                    <a:pt x="1630723" y="522804"/>
                    <a:pt x="1526583" y="550744"/>
                  </a:cubicBezTo>
                  <a:cubicBezTo>
                    <a:pt x="1440223" y="572334"/>
                    <a:pt x="1364023" y="614244"/>
                    <a:pt x="1292903" y="628214"/>
                  </a:cubicBezTo>
                  <a:cubicBezTo>
                    <a:pt x="1234483" y="640914"/>
                    <a:pt x="1167173" y="645994"/>
                    <a:pt x="1130343" y="642184"/>
                  </a:cubicBezTo>
                  <a:cubicBezTo>
                    <a:pt x="1111293" y="639644"/>
                    <a:pt x="1098593" y="637104"/>
                    <a:pt x="1087163" y="629484"/>
                  </a:cubicBezTo>
                  <a:cubicBezTo>
                    <a:pt x="1077003" y="620594"/>
                    <a:pt x="1066843" y="602814"/>
                    <a:pt x="1064303" y="590114"/>
                  </a:cubicBezTo>
                  <a:cubicBezTo>
                    <a:pt x="1061763" y="579954"/>
                    <a:pt x="1063033" y="569794"/>
                    <a:pt x="1065573" y="560904"/>
                  </a:cubicBezTo>
                  <a:cubicBezTo>
                    <a:pt x="1068113" y="550744"/>
                    <a:pt x="1073193" y="541854"/>
                    <a:pt x="1080813" y="534234"/>
                  </a:cubicBezTo>
                  <a:cubicBezTo>
                    <a:pt x="1090973" y="525344"/>
                    <a:pt x="1121453" y="515184"/>
                    <a:pt x="1121453" y="51518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876222" y="7998143"/>
            <a:ext cx="2508885" cy="1392555"/>
            <a:chOff x="0" y="0"/>
            <a:chExt cx="3345180" cy="1856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7017" y="39177"/>
              <a:ext cx="3257511" cy="1770474"/>
            </a:xfrm>
            <a:custGeom>
              <a:avLst/>
              <a:gdLst/>
              <a:ahLst/>
              <a:cxnLst/>
              <a:rect r="r" b="b" t="t" l="l"/>
              <a:pathLst>
                <a:path h="1770474" w="3257511">
                  <a:moveTo>
                    <a:pt x="539723" y="447233"/>
                  </a:moveTo>
                  <a:cubicBezTo>
                    <a:pt x="896593" y="703773"/>
                    <a:pt x="935963" y="722823"/>
                    <a:pt x="999463" y="746953"/>
                  </a:cubicBezTo>
                  <a:cubicBezTo>
                    <a:pt x="1080743" y="777433"/>
                    <a:pt x="1225523" y="834583"/>
                    <a:pt x="1289023" y="825693"/>
                  </a:cubicBezTo>
                  <a:cubicBezTo>
                    <a:pt x="1322043" y="820613"/>
                    <a:pt x="1352523" y="801563"/>
                    <a:pt x="1361413" y="781243"/>
                  </a:cubicBezTo>
                  <a:cubicBezTo>
                    <a:pt x="1369033" y="762193"/>
                    <a:pt x="1357603" y="720283"/>
                    <a:pt x="1339823" y="706313"/>
                  </a:cubicBezTo>
                  <a:cubicBezTo>
                    <a:pt x="1319503" y="688533"/>
                    <a:pt x="1276323" y="698693"/>
                    <a:pt x="1230603" y="698693"/>
                  </a:cubicBezTo>
                  <a:cubicBezTo>
                    <a:pt x="1151863" y="698693"/>
                    <a:pt x="1014703" y="715203"/>
                    <a:pt x="910563" y="725363"/>
                  </a:cubicBezTo>
                  <a:cubicBezTo>
                    <a:pt x="807693" y="735523"/>
                    <a:pt x="707363" y="741873"/>
                    <a:pt x="609573" y="759653"/>
                  </a:cubicBezTo>
                  <a:cubicBezTo>
                    <a:pt x="513053" y="776163"/>
                    <a:pt x="406373" y="801563"/>
                    <a:pt x="326363" y="829503"/>
                  </a:cubicBezTo>
                  <a:cubicBezTo>
                    <a:pt x="265403" y="849823"/>
                    <a:pt x="170153" y="873953"/>
                    <a:pt x="168883" y="899353"/>
                  </a:cubicBezTo>
                  <a:cubicBezTo>
                    <a:pt x="168883" y="931103"/>
                    <a:pt x="321283" y="981903"/>
                    <a:pt x="405103" y="1007303"/>
                  </a:cubicBezTo>
                  <a:cubicBezTo>
                    <a:pt x="495273" y="1033973"/>
                    <a:pt x="579093" y="1044133"/>
                    <a:pt x="693393" y="1051753"/>
                  </a:cubicBezTo>
                  <a:cubicBezTo>
                    <a:pt x="861033" y="1063183"/>
                    <a:pt x="1092173" y="1053023"/>
                    <a:pt x="1314423" y="1036513"/>
                  </a:cubicBezTo>
                  <a:cubicBezTo>
                    <a:pt x="1577313" y="1016193"/>
                    <a:pt x="1915133" y="976823"/>
                    <a:pt x="2166593" y="927293"/>
                  </a:cubicBezTo>
                  <a:cubicBezTo>
                    <a:pt x="2372333" y="886653"/>
                    <a:pt x="2564103" y="843473"/>
                    <a:pt x="2719043" y="778703"/>
                  </a:cubicBezTo>
                  <a:cubicBezTo>
                    <a:pt x="2842233" y="726633"/>
                    <a:pt x="2964153" y="664403"/>
                    <a:pt x="3034003" y="595823"/>
                  </a:cubicBezTo>
                  <a:cubicBezTo>
                    <a:pt x="3084803" y="545023"/>
                    <a:pt x="3115283" y="477713"/>
                    <a:pt x="3133063" y="429453"/>
                  </a:cubicBezTo>
                  <a:cubicBezTo>
                    <a:pt x="3145763" y="396433"/>
                    <a:pt x="3162273" y="368493"/>
                    <a:pt x="3149573" y="339283"/>
                  </a:cubicBezTo>
                  <a:cubicBezTo>
                    <a:pt x="3131793" y="293563"/>
                    <a:pt x="3044163" y="241493"/>
                    <a:pt x="2962883" y="207203"/>
                  </a:cubicBezTo>
                  <a:cubicBezTo>
                    <a:pt x="2847313" y="157673"/>
                    <a:pt x="2651733" y="137353"/>
                    <a:pt x="2496793" y="124653"/>
                  </a:cubicBezTo>
                  <a:cubicBezTo>
                    <a:pt x="2345663" y="113223"/>
                    <a:pt x="2207233" y="109413"/>
                    <a:pt x="2045943" y="133543"/>
                  </a:cubicBezTo>
                  <a:cubicBezTo>
                    <a:pt x="1851633" y="161483"/>
                    <a:pt x="1616683" y="231333"/>
                    <a:pt x="1413483" y="307533"/>
                  </a:cubicBezTo>
                  <a:cubicBezTo>
                    <a:pt x="1212823" y="382463"/>
                    <a:pt x="998193" y="490413"/>
                    <a:pt x="836903" y="585663"/>
                  </a:cubicBezTo>
                  <a:cubicBezTo>
                    <a:pt x="709903" y="660593"/>
                    <a:pt x="607033" y="731713"/>
                    <a:pt x="515593" y="816803"/>
                  </a:cubicBezTo>
                  <a:cubicBezTo>
                    <a:pt x="431773" y="894273"/>
                    <a:pt x="361923" y="992063"/>
                    <a:pt x="303503" y="1068263"/>
                  </a:cubicBezTo>
                  <a:cubicBezTo>
                    <a:pt x="259053" y="1127953"/>
                    <a:pt x="217143" y="1183833"/>
                    <a:pt x="190473" y="1233363"/>
                  </a:cubicBezTo>
                  <a:cubicBezTo>
                    <a:pt x="170153" y="1268923"/>
                    <a:pt x="133323" y="1310833"/>
                    <a:pt x="147293" y="1332423"/>
                  </a:cubicBezTo>
                  <a:cubicBezTo>
                    <a:pt x="167613" y="1366713"/>
                    <a:pt x="316203" y="1357823"/>
                    <a:pt x="415263" y="1350203"/>
                  </a:cubicBezTo>
                  <a:cubicBezTo>
                    <a:pt x="542263" y="1341313"/>
                    <a:pt x="693393" y="1295593"/>
                    <a:pt x="844523" y="1257493"/>
                  </a:cubicBezTo>
                  <a:cubicBezTo>
                    <a:pt x="1014703" y="1214313"/>
                    <a:pt x="1235683" y="1155893"/>
                    <a:pt x="1384273" y="1102553"/>
                  </a:cubicBezTo>
                  <a:cubicBezTo>
                    <a:pt x="1496033" y="1063183"/>
                    <a:pt x="1588743" y="1020003"/>
                    <a:pt x="1667483" y="981903"/>
                  </a:cubicBezTo>
                  <a:cubicBezTo>
                    <a:pt x="1725903" y="953963"/>
                    <a:pt x="1818613" y="917133"/>
                    <a:pt x="1816073" y="901893"/>
                  </a:cubicBezTo>
                  <a:cubicBezTo>
                    <a:pt x="1813533" y="889193"/>
                    <a:pt x="1758923" y="884113"/>
                    <a:pt x="1711933" y="886653"/>
                  </a:cubicBezTo>
                  <a:cubicBezTo>
                    <a:pt x="1602713" y="894273"/>
                    <a:pt x="1344903" y="974283"/>
                    <a:pt x="1179803" y="1032703"/>
                  </a:cubicBezTo>
                  <a:cubicBezTo>
                    <a:pt x="1029943" y="1086043"/>
                    <a:pt x="896593" y="1152083"/>
                    <a:pt x="759433" y="1219393"/>
                  </a:cubicBezTo>
                  <a:cubicBezTo>
                    <a:pt x="623543" y="1286703"/>
                    <a:pt x="477493" y="1357823"/>
                    <a:pt x="361923" y="1435293"/>
                  </a:cubicBezTo>
                  <a:cubicBezTo>
                    <a:pt x="261593" y="1502603"/>
                    <a:pt x="151103" y="1629603"/>
                    <a:pt x="97763" y="1649923"/>
                  </a:cubicBezTo>
                  <a:cubicBezTo>
                    <a:pt x="78713" y="1657543"/>
                    <a:pt x="67283" y="1656273"/>
                    <a:pt x="54583" y="1652463"/>
                  </a:cubicBezTo>
                  <a:cubicBezTo>
                    <a:pt x="41883" y="1647383"/>
                    <a:pt x="29183" y="1637223"/>
                    <a:pt x="21563" y="1625793"/>
                  </a:cubicBezTo>
                  <a:cubicBezTo>
                    <a:pt x="15213" y="1614363"/>
                    <a:pt x="12673" y="1596583"/>
                    <a:pt x="15213" y="1582613"/>
                  </a:cubicBezTo>
                  <a:cubicBezTo>
                    <a:pt x="17753" y="1569913"/>
                    <a:pt x="22833" y="1552133"/>
                    <a:pt x="36803" y="1547053"/>
                  </a:cubicBezTo>
                  <a:cubicBezTo>
                    <a:pt x="71093" y="1534353"/>
                    <a:pt x="205713" y="1611823"/>
                    <a:pt x="257783" y="1623253"/>
                  </a:cubicBezTo>
                  <a:cubicBezTo>
                    <a:pt x="285723" y="1629603"/>
                    <a:pt x="302233" y="1633413"/>
                    <a:pt x="322553" y="1629603"/>
                  </a:cubicBezTo>
                  <a:cubicBezTo>
                    <a:pt x="341603" y="1625793"/>
                    <a:pt x="360653" y="1601663"/>
                    <a:pt x="377163" y="1600393"/>
                  </a:cubicBezTo>
                  <a:cubicBezTo>
                    <a:pt x="392403" y="1599123"/>
                    <a:pt x="407643" y="1605473"/>
                    <a:pt x="417803" y="1614363"/>
                  </a:cubicBezTo>
                  <a:cubicBezTo>
                    <a:pt x="429233" y="1621983"/>
                    <a:pt x="438123" y="1635953"/>
                    <a:pt x="441933" y="1648653"/>
                  </a:cubicBezTo>
                  <a:cubicBezTo>
                    <a:pt x="445743" y="1661353"/>
                    <a:pt x="444473" y="1679133"/>
                    <a:pt x="440663" y="1691833"/>
                  </a:cubicBezTo>
                  <a:cubicBezTo>
                    <a:pt x="435583" y="1704533"/>
                    <a:pt x="424153" y="1717233"/>
                    <a:pt x="412723" y="1723583"/>
                  </a:cubicBezTo>
                  <a:cubicBezTo>
                    <a:pt x="401293" y="1731203"/>
                    <a:pt x="384783" y="1736283"/>
                    <a:pt x="370813" y="1733743"/>
                  </a:cubicBezTo>
                  <a:cubicBezTo>
                    <a:pt x="354303" y="1729933"/>
                    <a:pt x="328903" y="1713423"/>
                    <a:pt x="318743" y="1698183"/>
                  </a:cubicBezTo>
                  <a:cubicBezTo>
                    <a:pt x="311123" y="1686753"/>
                    <a:pt x="308583" y="1670243"/>
                    <a:pt x="312393" y="1656273"/>
                  </a:cubicBezTo>
                  <a:cubicBezTo>
                    <a:pt x="316203" y="1639763"/>
                    <a:pt x="332713" y="1614363"/>
                    <a:pt x="349223" y="1606743"/>
                  </a:cubicBezTo>
                  <a:cubicBezTo>
                    <a:pt x="365733" y="1599123"/>
                    <a:pt x="396213" y="1601663"/>
                    <a:pt x="411453" y="1609283"/>
                  </a:cubicBezTo>
                  <a:cubicBezTo>
                    <a:pt x="425423" y="1615633"/>
                    <a:pt x="434313" y="1629603"/>
                    <a:pt x="439393" y="1642303"/>
                  </a:cubicBezTo>
                  <a:cubicBezTo>
                    <a:pt x="444473" y="1655003"/>
                    <a:pt x="447013" y="1668973"/>
                    <a:pt x="441933" y="1684213"/>
                  </a:cubicBezTo>
                  <a:cubicBezTo>
                    <a:pt x="434313" y="1708343"/>
                    <a:pt x="405103" y="1754063"/>
                    <a:pt x="373353" y="1765493"/>
                  </a:cubicBezTo>
                  <a:cubicBezTo>
                    <a:pt x="335253" y="1779463"/>
                    <a:pt x="264133" y="1761683"/>
                    <a:pt x="219683" y="1741363"/>
                  </a:cubicBezTo>
                  <a:cubicBezTo>
                    <a:pt x="176503" y="1721043"/>
                    <a:pt x="139673" y="1648653"/>
                    <a:pt x="110463" y="1642303"/>
                  </a:cubicBezTo>
                  <a:cubicBezTo>
                    <a:pt x="95223" y="1638493"/>
                    <a:pt x="81253" y="1655003"/>
                    <a:pt x="69823" y="1655003"/>
                  </a:cubicBezTo>
                  <a:cubicBezTo>
                    <a:pt x="59663" y="1655003"/>
                    <a:pt x="50773" y="1652463"/>
                    <a:pt x="41883" y="1646113"/>
                  </a:cubicBezTo>
                  <a:cubicBezTo>
                    <a:pt x="30453" y="1637223"/>
                    <a:pt x="13943" y="1614363"/>
                    <a:pt x="13943" y="1597853"/>
                  </a:cubicBezTo>
                  <a:cubicBezTo>
                    <a:pt x="12673" y="1581343"/>
                    <a:pt x="21563" y="1567373"/>
                    <a:pt x="36803" y="1547053"/>
                  </a:cubicBezTo>
                  <a:cubicBezTo>
                    <a:pt x="76173" y="1496253"/>
                    <a:pt x="203173" y="1401003"/>
                    <a:pt x="304773" y="1333693"/>
                  </a:cubicBezTo>
                  <a:cubicBezTo>
                    <a:pt x="424153" y="1254953"/>
                    <a:pt x="571473" y="1180023"/>
                    <a:pt x="711173" y="1111443"/>
                  </a:cubicBezTo>
                  <a:cubicBezTo>
                    <a:pt x="853413" y="1041593"/>
                    <a:pt x="991843" y="973013"/>
                    <a:pt x="1148053" y="917133"/>
                  </a:cubicBezTo>
                  <a:cubicBezTo>
                    <a:pt x="1322043" y="856173"/>
                    <a:pt x="1574773" y="779973"/>
                    <a:pt x="1713203" y="766003"/>
                  </a:cubicBezTo>
                  <a:cubicBezTo>
                    <a:pt x="1790673" y="757113"/>
                    <a:pt x="1859253" y="748223"/>
                    <a:pt x="1897353" y="774893"/>
                  </a:cubicBezTo>
                  <a:cubicBezTo>
                    <a:pt x="1929103" y="796483"/>
                    <a:pt x="1949423" y="851093"/>
                    <a:pt x="1946883" y="886653"/>
                  </a:cubicBezTo>
                  <a:cubicBezTo>
                    <a:pt x="1944343" y="924753"/>
                    <a:pt x="1912593" y="964123"/>
                    <a:pt x="1879573" y="995873"/>
                  </a:cubicBezTo>
                  <a:cubicBezTo>
                    <a:pt x="1840203" y="1033973"/>
                    <a:pt x="1777973" y="1058103"/>
                    <a:pt x="1713203" y="1089853"/>
                  </a:cubicBezTo>
                  <a:cubicBezTo>
                    <a:pt x="1630653" y="1131763"/>
                    <a:pt x="1532863" y="1176213"/>
                    <a:pt x="1417293" y="1216853"/>
                  </a:cubicBezTo>
                  <a:cubicBezTo>
                    <a:pt x="1264893" y="1272733"/>
                    <a:pt x="1043913" y="1331153"/>
                    <a:pt x="869923" y="1375603"/>
                  </a:cubicBezTo>
                  <a:cubicBezTo>
                    <a:pt x="713713" y="1414973"/>
                    <a:pt x="544803" y="1458153"/>
                    <a:pt x="421613" y="1474663"/>
                  </a:cubicBezTo>
                  <a:cubicBezTo>
                    <a:pt x="333983" y="1486093"/>
                    <a:pt x="267943" y="1498793"/>
                    <a:pt x="198093" y="1484823"/>
                  </a:cubicBezTo>
                  <a:cubicBezTo>
                    <a:pt x="129513" y="1472123"/>
                    <a:pt x="22833" y="1445453"/>
                    <a:pt x="3783" y="1394653"/>
                  </a:cubicBezTo>
                  <a:cubicBezTo>
                    <a:pt x="-17807" y="1342583"/>
                    <a:pt x="58393" y="1237173"/>
                    <a:pt x="96493" y="1168593"/>
                  </a:cubicBezTo>
                  <a:cubicBezTo>
                    <a:pt x="130783" y="1105093"/>
                    <a:pt x="167613" y="1058103"/>
                    <a:pt x="215873" y="994603"/>
                  </a:cubicBezTo>
                  <a:cubicBezTo>
                    <a:pt x="279373" y="913323"/>
                    <a:pt x="356843" y="806643"/>
                    <a:pt x="448283" y="724093"/>
                  </a:cubicBezTo>
                  <a:cubicBezTo>
                    <a:pt x="544803" y="633923"/>
                    <a:pt x="654023" y="561533"/>
                    <a:pt x="786103" y="482793"/>
                  </a:cubicBezTo>
                  <a:cubicBezTo>
                    <a:pt x="953743" y="383733"/>
                    <a:pt x="1174723" y="273243"/>
                    <a:pt x="1383003" y="195773"/>
                  </a:cubicBezTo>
                  <a:cubicBezTo>
                    <a:pt x="1593823" y="118303"/>
                    <a:pt x="1840203" y="45913"/>
                    <a:pt x="2043403" y="17973"/>
                  </a:cubicBezTo>
                  <a:cubicBezTo>
                    <a:pt x="2213583" y="-6157"/>
                    <a:pt x="2357093" y="-3617"/>
                    <a:pt x="2517113" y="11623"/>
                  </a:cubicBezTo>
                  <a:cubicBezTo>
                    <a:pt x="2686023" y="26863"/>
                    <a:pt x="2901923" y="49723"/>
                    <a:pt x="3030193" y="113223"/>
                  </a:cubicBezTo>
                  <a:cubicBezTo>
                    <a:pt x="3125443" y="160213"/>
                    <a:pt x="3218153" y="233873"/>
                    <a:pt x="3246093" y="303723"/>
                  </a:cubicBezTo>
                  <a:cubicBezTo>
                    <a:pt x="3268953" y="360873"/>
                    <a:pt x="3253713" y="426913"/>
                    <a:pt x="3233393" y="486603"/>
                  </a:cubicBezTo>
                  <a:cubicBezTo>
                    <a:pt x="3209263" y="556453"/>
                    <a:pt x="3162273" y="631383"/>
                    <a:pt x="3097503" y="692343"/>
                  </a:cubicBezTo>
                  <a:cubicBezTo>
                    <a:pt x="3013683" y="769813"/>
                    <a:pt x="2884143" y="835853"/>
                    <a:pt x="2750793" y="891733"/>
                  </a:cubicBezTo>
                  <a:cubicBezTo>
                    <a:pt x="2588233" y="959043"/>
                    <a:pt x="2392653" y="1002223"/>
                    <a:pt x="2181833" y="1044133"/>
                  </a:cubicBezTo>
                  <a:cubicBezTo>
                    <a:pt x="1925293" y="1096203"/>
                    <a:pt x="1584933" y="1135573"/>
                    <a:pt x="1318233" y="1157163"/>
                  </a:cubicBezTo>
                  <a:cubicBezTo>
                    <a:pt x="1088363" y="1174943"/>
                    <a:pt x="882623" y="1188913"/>
                    <a:pt x="675613" y="1173673"/>
                  </a:cubicBezTo>
                  <a:cubicBezTo>
                    <a:pt x="478763" y="1158433"/>
                    <a:pt x="205713" y="1125413"/>
                    <a:pt x="104113" y="1072073"/>
                  </a:cubicBezTo>
                  <a:cubicBezTo>
                    <a:pt x="58393" y="1047943"/>
                    <a:pt x="32993" y="1020003"/>
                    <a:pt x="21563" y="988253"/>
                  </a:cubicBezTo>
                  <a:cubicBezTo>
                    <a:pt x="11403" y="959043"/>
                    <a:pt x="17753" y="919673"/>
                    <a:pt x="31723" y="889193"/>
                  </a:cubicBezTo>
                  <a:cubicBezTo>
                    <a:pt x="46963" y="853633"/>
                    <a:pt x="77443" y="821883"/>
                    <a:pt x="114273" y="793943"/>
                  </a:cubicBezTo>
                  <a:cubicBezTo>
                    <a:pt x="159993" y="759653"/>
                    <a:pt x="227303" y="734253"/>
                    <a:pt x="295883" y="710123"/>
                  </a:cubicBezTo>
                  <a:cubicBezTo>
                    <a:pt x="382243" y="679643"/>
                    <a:pt x="474953" y="655513"/>
                    <a:pt x="594333" y="633923"/>
                  </a:cubicBezTo>
                  <a:cubicBezTo>
                    <a:pt x="767053" y="602173"/>
                    <a:pt x="1085823" y="548833"/>
                    <a:pt x="1240763" y="561533"/>
                  </a:cubicBezTo>
                  <a:cubicBezTo>
                    <a:pt x="1329663" y="569153"/>
                    <a:pt x="1404593" y="585663"/>
                    <a:pt x="1447773" y="618683"/>
                  </a:cubicBezTo>
                  <a:cubicBezTo>
                    <a:pt x="1476983" y="641543"/>
                    <a:pt x="1494763" y="673293"/>
                    <a:pt x="1499843" y="708853"/>
                  </a:cubicBezTo>
                  <a:cubicBezTo>
                    <a:pt x="1506193" y="752033"/>
                    <a:pt x="1485873" y="823153"/>
                    <a:pt x="1464283" y="861253"/>
                  </a:cubicBezTo>
                  <a:cubicBezTo>
                    <a:pt x="1446503" y="891733"/>
                    <a:pt x="1422373" y="914593"/>
                    <a:pt x="1391893" y="928563"/>
                  </a:cubicBezTo>
                  <a:cubicBezTo>
                    <a:pt x="1357603" y="945073"/>
                    <a:pt x="1316963" y="950153"/>
                    <a:pt x="1264893" y="946343"/>
                  </a:cubicBezTo>
                  <a:cubicBezTo>
                    <a:pt x="1182343" y="939993"/>
                    <a:pt x="1036293" y="891733"/>
                    <a:pt x="946123" y="858713"/>
                  </a:cubicBezTo>
                  <a:cubicBezTo>
                    <a:pt x="876273" y="832043"/>
                    <a:pt x="830553" y="811723"/>
                    <a:pt x="763243" y="772353"/>
                  </a:cubicBezTo>
                  <a:cubicBezTo>
                    <a:pt x="669263" y="717743"/>
                    <a:pt x="483843" y="598363"/>
                    <a:pt x="444473" y="546293"/>
                  </a:cubicBezTo>
                  <a:cubicBezTo>
                    <a:pt x="430503" y="528513"/>
                    <a:pt x="427963" y="514543"/>
                    <a:pt x="429233" y="499303"/>
                  </a:cubicBezTo>
                  <a:cubicBezTo>
                    <a:pt x="429233" y="484063"/>
                    <a:pt x="438123" y="465013"/>
                    <a:pt x="448283" y="454853"/>
                  </a:cubicBezTo>
                  <a:cubicBezTo>
                    <a:pt x="458443" y="443423"/>
                    <a:pt x="477493" y="434533"/>
                    <a:pt x="492733" y="433263"/>
                  </a:cubicBezTo>
                  <a:cubicBezTo>
                    <a:pt x="507973" y="431993"/>
                    <a:pt x="539723" y="447233"/>
                    <a:pt x="539723" y="44723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68041"/>
            <a:ext cx="16447571" cy="7750918"/>
          </a:xfrm>
          <a:custGeom>
            <a:avLst/>
            <a:gdLst/>
            <a:ahLst/>
            <a:cxnLst/>
            <a:rect r="r" b="b" t="t" l="l"/>
            <a:pathLst>
              <a:path h="7750918" w="16447571">
                <a:moveTo>
                  <a:pt x="0" y="0"/>
                </a:moveTo>
                <a:lnTo>
                  <a:pt x="16447571" y="0"/>
                </a:lnTo>
                <a:lnTo>
                  <a:pt x="16447571" y="7750918"/>
                </a:lnTo>
                <a:lnTo>
                  <a:pt x="0" y="7750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03411" y="6804785"/>
            <a:ext cx="2619192" cy="1504639"/>
            <a:chOff x="0" y="0"/>
            <a:chExt cx="689828" cy="3962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9828" cy="396283"/>
            </a:xfrm>
            <a:custGeom>
              <a:avLst/>
              <a:gdLst/>
              <a:ahLst/>
              <a:cxnLst/>
              <a:rect r="r" b="b" t="t" l="l"/>
              <a:pathLst>
                <a:path h="396283" w="689828">
                  <a:moveTo>
                    <a:pt x="50249" y="0"/>
                  </a:moveTo>
                  <a:lnTo>
                    <a:pt x="639579" y="0"/>
                  </a:lnTo>
                  <a:cubicBezTo>
                    <a:pt x="667331" y="0"/>
                    <a:pt x="689828" y="22497"/>
                    <a:pt x="689828" y="50249"/>
                  </a:cubicBezTo>
                  <a:lnTo>
                    <a:pt x="689828" y="346034"/>
                  </a:lnTo>
                  <a:cubicBezTo>
                    <a:pt x="689828" y="373786"/>
                    <a:pt x="667331" y="396283"/>
                    <a:pt x="639579" y="396283"/>
                  </a:cubicBezTo>
                  <a:lnTo>
                    <a:pt x="50249" y="396283"/>
                  </a:lnTo>
                  <a:cubicBezTo>
                    <a:pt x="22497" y="396283"/>
                    <a:pt x="0" y="373786"/>
                    <a:pt x="0" y="346034"/>
                  </a:cubicBezTo>
                  <a:lnTo>
                    <a:pt x="0" y="50249"/>
                  </a:lnTo>
                  <a:cubicBezTo>
                    <a:pt x="0" y="22497"/>
                    <a:pt x="22497" y="0"/>
                    <a:pt x="502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89828" cy="434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DA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7805" y="1427588"/>
            <a:ext cx="14091621" cy="7627090"/>
          </a:xfrm>
          <a:custGeom>
            <a:avLst/>
            <a:gdLst/>
            <a:ahLst/>
            <a:cxnLst/>
            <a:rect r="r" b="b" t="t" l="l"/>
            <a:pathLst>
              <a:path h="7627090" w="14091621">
                <a:moveTo>
                  <a:pt x="0" y="0"/>
                </a:moveTo>
                <a:lnTo>
                  <a:pt x="14091621" y="0"/>
                </a:lnTo>
                <a:lnTo>
                  <a:pt x="14091621" y="7627090"/>
                </a:lnTo>
                <a:lnTo>
                  <a:pt x="0" y="7627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DAHG_BB96HU</dc:identifier>
  <dcterms:modified xsi:type="dcterms:W3CDTF">2011-08-01T06:04:30Z</dcterms:modified>
  <cp:revision>1</cp:revision>
  <dc:title>compiler definition</dc:title>
</cp:coreProperties>
</file>